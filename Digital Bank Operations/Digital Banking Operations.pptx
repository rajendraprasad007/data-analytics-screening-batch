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1.svg" ContentType="image/svg+xml"/>
  <Override PartName="/ppt/media/image12.svg" ContentType="image/svg+xml"/>
  <Override PartName="/ppt/media/image13.svg" ContentType="image/svg+xml"/>
  <Override PartName="/ppt/media/image2.svg" ContentType="image/svg+xml"/>
  <Override PartName="/ppt/media/image4.svg" ContentType="image/svg+xml"/>
  <Override PartName="/ppt/media/image6.svg" ContentType="image/svg+xml"/>
  <Override PartName="/ppt/media/image7.svg" ContentType="image/svg+xml"/>
  <Override PartName="/ppt/media/image8.svg" ContentType="image/svg+xml"/>
  <Override PartName="/ppt/media/image9.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Lst>
  <p:sldIdLst>
    <p:sldId id="257" r:id="rId6"/>
    <p:sldId id="261" r:id="rId7"/>
    <p:sldId id="259" r:id="rId8"/>
    <p:sldId id="262" r:id="rId9"/>
    <p:sldId id="269" r:id="rId10"/>
    <p:sldId id="270" r:id="rId11"/>
    <p:sldId id="271" r:id="rId12"/>
    <p:sldId id="26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9"/>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4" Type="http://schemas.openxmlformats.org/officeDocument/2006/relationships/tags" Target="../tags/tag19.xml"/><Relationship Id="rId23" Type="http://schemas.openxmlformats.org/officeDocument/2006/relationships/tags" Target="../tags/tag18.xml"/><Relationship Id="rId22" Type="http://schemas.openxmlformats.org/officeDocument/2006/relationships/tags" Target="../tags/tag17.xml"/><Relationship Id="rId21" Type="http://schemas.openxmlformats.org/officeDocument/2006/relationships/tags" Target="../tags/tag16.xml"/><Relationship Id="rId20" Type="http://schemas.openxmlformats.org/officeDocument/2006/relationships/tags" Target="../tags/tag15.xml"/><Relationship Id="rId2" Type="http://schemas.openxmlformats.org/officeDocument/2006/relationships/tags" Target="../tags/tag1.xml"/><Relationship Id="rId19" Type="http://schemas.openxmlformats.org/officeDocument/2006/relationships/tags" Target="../tags/tag14.xml"/><Relationship Id="rId18" Type="http://schemas.openxmlformats.org/officeDocument/2006/relationships/image" Target="../media/image4.svg"/><Relationship Id="rId17" Type="http://schemas.openxmlformats.org/officeDocument/2006/relationships/image" Target="../media/image3.png"/><Relationship Id="rId16" Type="http://schemas.openxmlformats.org/officeDocument/2006/relationships/tags" Target="../tags/tag13.xml"/><Relationship Id="rId15" Type="http://schemas.openxmlformats.org/officeDocument/2006/relationships/image" Target="../media/image2.svg"/><Relationship Id="rId14" Type="http://schemas.openxmlformats.org/officeDocument/2006/relationships/image" Target="../media/image1.png"/><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2" Type="http://schemas.openxmlformats.org/officeDocument/2006/relationships/tags" Target="../tags/tag40.xml"/><Relationship Id="rId11" Type="http://schemas.openxmlformats.org/officeDocument/2006/relationships/tags" Target="../tags/tag39.xml"/><Relationship Id="rId10" Type="http://schemas.openxmlformats.org/officeDocument/2006/relationships/tags" Target="../tags/tag38.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48.xml"/><Relationship Id="rId8" Type="http://schemas.openxmlformats.org/officeDocument/2006/relationships/tags" Target="../tags/tag47.xml"/><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3" Type="http://schemas.openxmlformats.org/officeDocument/2006/relationships/tags" Target="../tags/tag58.xml"/><Relationship Id="rId22" Type="http://schemas.openxmlformats.org/officeDocument/2006/relationships/tags" Target="../tags/tag57.xml"/><Relationship Id="rId21" Type="http://schemas.openxmlformats.org/officeDocument/2006/relationships/tags" Target="../tags/tag56.xml"/><Relationship Id="rId20" Type="http://schemas.openxmlformats.org/officeDocument/2006/relationships/tags" Target="../tags/tag55.xml"/><Relationship Id="rId2" Type="http://schemas.openxmlformats.org/officeDocument/2006/relationships/tags" Target="../tags/tag41.xml"/><Relationship Id="rId19" Type="http://schemas.openxmlformats.org/officeDocument/2006/relationships/tags" Target="../tags/tag54.xml"/><Relationship Id="rId18" Type="http://schemas.openxmlformats.org/officeDocument/2006/relationships/image" Target="../media/image7.svg"/><Relationship Id="rId17" Type="http://schemas.openxmlformats.org/officeDocument/2006/relationships/image" Target="../media/image3.png"/><Relationship Id="rId16" Type="http://schemas.openxmlformats.org/officeDocument/2006/relationships/tags" Target="../tags/tag53.xml"/><Relationship Id="rId15" Type="http://schemas.openxmlformats.org/officeDocument/2006/relationships/image" Target="../media/image6.svg"/><Relationship Id="rId14" Type="http://schemas.openxmlformats.org/officeDocument/2006/relationships/image" Target="../media/image5.png"/><Relationship Id="rId13" Type="http://schemas.openxmlformats.org/officeDocument/2006/relationships/tags" Target="../tags/tag52.xml"/><Relationship Id="rId12" Type="http://schemas.openxmlformats.org/officeDocument/2006/relationships/tags" Target="../tags/tag51.xml"/><Relationship Id="rId11" Type="http://schemas.openxmlformats.org/officeDocument/2006/relationships/tags" Target="../tags/tag50.xml"/><Relationship Id="rId10" Type="http://schemas.openxmlformats.org/officeDocument/2006/relationships/tags" Target="../tags/tag49.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66.xml"/><Relationship Id="rId8" Type="http://schemas.openxmlformats.org/officeDocument/2006/relationships/tags" Target="../tags/tag65.xml"/><Relationship Id="rId7" Type="http://schemas.openxmlformats.org/officeDocument/2006/relationships/tags" Target="../tags/tag64.xml"/><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 Id="rId3" Type="http://schemas.openxmlformats.org/officeDocument/2006/relationships/tags" Target="../tags/tag60.xml"/><Relationship Id="rId2" Type="http://schemas.openxmlformats.org/officeDocument/2006/relationships/tags" Target="../tags/tag59.xml"/><Relationship Id="rId12" Type="http://schemas.openxmlformats.org/officeDocument/2006/relationships/tags" Target="../tags/tag69.xml"/><Relationship Id="rId11" Type="http://schemas.openxmlformats.org/officeDocument/2006/relationships/tags" Target="../tags/tag68.xml"/><Relationship Id="rId10" Type="http://schemas.openxmlformats.org/officeDocument/2006/relationships/tags" Target="../tags/tag67.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77.xml"/><Relationship Id="rId8" Type="http://schemas.openxmlformats.org/officeDocument/2006/relationships/tags" Target="../tags/tag76.xml"/><Relationship Id="rId7" Type="http://schemas.openxmlformats.org/officeDocument/2006/relationships/tags" Target="../tags/tag75.xml"/><Relationship Id="rId6" Type="http://schemas.openxmlformats.org/officeDocument/2006/relationships/tags" Target="../tags/tag74.xml"/><Relationship Id="rId5" Type="http://schemas.openxmlformats.org/officeDocument/2006/relationships/tags" Target="../tags/tag73.xml"/><Relationship Id="rId4" Type="http://schemas.openxmlformats.org/officeDocument/2006/relationships/tags" Target="../tags/tag72.xml"/><Relationship Id="rId3" Type="http://schemas.openxmlformats.org/officeDocument/2006/relationships/tags" Target="../tags/tag71.xml"/><Relationship Id="rId2" Type="http://schemas.openxmlformats.org/officeDocument/2006/relationships/tags" Target="../tags/tag70.xml"/><Relationship Id="rId14" Type="http://schemas.openxmlformats.org/officeDocument/2006/relationships/tags" Target="../tags/tag82.xml"/><Relationship Id="rId13" Type="http://schemas.openxmlformats.org/officeDocument/2006/relationships/tags" Target="../tags/tag81.xml"/><Relationship Id="rId12" Type="http://schemas.openxmlformats.org/officeDocument/2006/relationships/tags" Target="../tags/tag80.xml"/><Relationship Id="rId11" Type="http://schemas.openxmlformats.org/officeDocument/2006/relationships/tags" Target="../tags/tag79.xml"/><Relationship Id="rId10" Type="http://schemas.openxmlformats.org/officeDocument/2006/relationships/tags" Target="../tags/tag78.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90.xml"/><Relationship Id="rId8" Type="http://schemas.openxmlformats.org/officeDocument/2006/relationships/tags" Target="../tags/tag89.xml"/><Relationship Id="rId7" Type="http://schemas.openxmlformats.org/officeDocument/2006/relationships/tags" Target="../tags/tag88.xml"/><Relationship Id="rId6" Type="http://schemas.openxmlformats.org/officeDocument/2006/relationships/tags" Target="../tags/tag87.xml"/><Relationship Id="rId5" Type="http://schemas.openxmlformats.org/officeDocument/2006/relationships/tags" Target="../tags/tag86.xml"/><Relationship Id="rId4" Type="http://schemas.openxmlformats.org/officeDocument/2006/relationships/tags" Target="../tags/tag85.xml"/><Relationship Id="rId3" Type="http://schemas.openxmlformats.org/officeDocument/2006/relationships/tags" Target="../tags/tag84.xml"/><Relationship Id="rId2" Type="http://schemas.openxmlformats.org/officeDocument/2006/relationships/tags" Target="../tags/tag83.xml"/><Relationship Id="rId10" Type="http://schemas.openxmlformats.org/officeDocument/2006/relationships/tags" Target="../tags/tag9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9" Type="http://schemas.openxmlformats.org/officeDocument/2006/relationships/tags" Target="../tags/tag108.xml"/><Relationship Id="rId8" Type="http://schemas.openxmlformats.org/officeDocument/2006/relationships/tags" Target="../tags/tag107.xml"/><Relationship Id="rId7" Type="http://schemas.openxmlformats.org/officeDocument/2006/relationships/tags" Target="../tags/tag106.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1" Type="http://schemas.openxmlformats.org/officeDocument/2006/relationships/tags" Target="../tags/tag110.xml"/><Relationship Id="rId10" Type="http://schemas.openxmlformats.org/officeDocument/2006/relationships/tags" Target="../tags/tag109.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tags" Target="../tags/tag117.xml"/><Relationship Id="rId7" Type="http://schemas.openxmlformats.org/officeDocument/2006/relationships/tags" Target="../tags/tag116.xml"/><Relationship Id="rId6" Type="http://schemas.openxmlformats.org/officeDocument/2006/relationships/tags" Target="../tags/tag115.xml"/><Relationship Id="rId5" Type="http://schemas.openxmlformats.org/officeDocument/2006/relationships/tags" Target="../tags/tag114.xml"/><Relationship Id="rId4" Type="http://schemas.openxmlformats.org/officeDocument/2006/relationships/tags" Target="../tags/tag113.xml"/><Relationship Id="rId3" Type="http://schemas.openxmlformats.org/officeDocument/2006/relationships/tags" Target="../tags/tag112.xml"/><Relationship Id="rId20" Type="http://schemas.openxmlformats.org/officeDocument/2006/relationships/tags" Target="../tags/tag125.xml"/><Relationship Id="rId2" Type="http://schemas.openxmlformats.org/officeDocument/2006/relationships/tags" Target="../tags/tag111.xml"/><Relationship Id="rId19" Type="http://schemas.openxmlformats.org/officeDocument/2006/relationships/tags" Target="../tags/tag124.xml"/><Relationship Id="rId18" Type="http://schemas.openxmlformats.org/officeDocument/2006/relationships/tags" Target="../tags/tag123.xml"/><Relationship Id="rId17" Type="http://schemas.openxmlformats.org/officeDocument/2006/relationships/tags" Target="../tags/tag122.xml"/><Relationship Id="rId16" Type="http://schemas.openxmlformats.org/officeDocument/2006/relationships/tags" Target="../tags/tag121.xml"/><Relationship Id="rId15" Type="http://schemas.openxmlformats.org/officeDocument/2006/relationships/tags" Target="../tags/tag120.xml"/><Relationship Id="rId14" Type="http://schemas.openxmlformats.org/officeDocument/2006/relationships/tags" Target="../tags/tag119.xml"/><Relationship Id="rId13" Type="http://schemas.openxmlformats.org/officeDocument/2006/relationships/image" Target="../media/image4.svg"/><Relationship Id="rId12" Type="http://schemas.openxmlformats.org/officeDocument/2006/relationships/image" Target="../media/image3.png"/><Relationship Id="rId11" Type="http://schemas.openxmlformats.org/officeDocument/2006/relationships/tags" Target="../tags/tag118.xml"/><Relationship Id="rId10" Type="http://schemas.openxmlformats.org/officeDocument/2006/relationships/image" Target="../media/image8.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144.xml"/><Relationship Id="rId8" Type="http://schemas.openxmlformats.org/officeDocument/2006/relationships/tags" Target="../tags/tag143.xml"/><Relationship Id="rId7" Type="http://schemas.openxmlformats.org/officeDocument/2006/relationships/tags" Target="../tags/tag142.xml"/><Relationship Id="rId6" Type="http://schemas.openxmlformats.org/officeDocument/2006/relationships/tags" Target="../tags/tag141.xml"/><Relationship Id="rId5" Type="http://schemas.openxmlformats.org/officeDocument/2006/relationships/tags" Target="../tags/tag140.xml"/><Relationship Id="rId4" Type="http://schemas.openxmlformats.org/officeDocument/2006/relationships/tags" Target="../tags/tag139.xml"/><Relationship Id="rId3" Type="http://schemas.openxmlformats.org/officeDocument/2006/relationships/tags" Target="../tags/tag138.xml"/><Relationship Id="rId24" Type="http://schemas.openxmlformats.org/officeDocument/2006/relationships/tags" Target="../tags/tag155.xml"/><Relationship Id="rId23" Type="http://schemas.openxmlformats.org/officeDocument/2006/relationships/tags" Target="../tags/tag154.xml"/><Relationship Id="rId22" Type="http://schemas.openxmlformats.org/officeDocument/2006/relationships/tags" Target="../tags/tag153.xml"/><Relationship Id="rId21" Type="http://schemas.openxmlformats.org/officeDocument/2006/relationships/tags" Target="../tags/tag152.xml"/><Relationship Id="rId20" Type="http://schemas.openxmlformats.org/officeDocument/2006/relationships/tags" Target="../tags/tag151.xml"/><Relationship Id="rId2" Type="http://schemas.openxmlformats.org/officeDocument/2006/relationships/tags" Target="../tags/tag137.xml"/><Relationship Id="rId19" Type="http://schemas.openxmlformats.org/officeDocument/2006/relationships/tags" Target="../tags/tag150.xml"/><Relationship Id="rId18" Type="http://schemas.openxmlformats.org/officeDocument/2006/relationships/image" Target="../media/image10.svg"/><Relationship Id="rId17" Type="http://schemas.openxmlformats.org/officeDocument/2006/relationships/image" Target="../media/image3.png"/><Relationship Id="rId16" Type="http://schemas.openxmlformats.org/officeDocument/2006/relationships/tags" Target="../tags/tag149.xml"/><Relationship Id="rId15" Type="http://schemas.openxmlformats.org/officeDocument/2006/relationships/image" Target="../media/image9.svg"/><Relationship Id="rId14" Type="http://schemas.openxmlformats.org/officeDocument/2006/relationships/image" Target="../media/image1.png"/><Relationship Id="rId13" Type="http://schemas.openxmlformats.org/officeDocument/2006/relationships/tags" Target="../tags/tag148.xml"/><Relationship Id="rId12" Type="http://schemas.openxmlformats.org/officeDocument/2006/relationships/tags" Target="../tags/tag147.xml"/><Relationship Id="rId11" Type="http://schemas.openxmlformats.org/officeDocument/2006/relationships/tags" Target="../tags/tag146.xml"/><Relationship Id="rId10" Type="http://schemas.openxmlformats.org/officeDocument/2006/relationships/tags" Target="../tags/tag145.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163.xml"/><Relationship Id="rId8" Type="http://schemas.openxmlformats.org/officeDocument/2006/relationships/tags" Target="../tags/tag162.xml"/><Relationship Id="rId7" Type="http://schemas.openxmlformats.org/officeDocument/2006/relationships/tags" Target="../tags/tag161.xml"/><Relationship Id="rId6" Type="http://schemas.openxmlformats.org/officeDocument/2006/relationships/tags" Target="../tags/tag160.xml"/><Relationship Id="rId5" Type="http://schemas.openxmlformats.org/officeDocument/2006/relationships/tags" Target="../tags/tag159.xml"/><Relationship Id="rId4" Type="http://schemas.openxmlformats.org/officeDocument/2006/relationships/tags" Target="../tags/tag158.xml"/><Relationship Id="rId3" Type="http://schemas.openxmlformats.org/officeDocument/2006/relationships/tags" Target="../tags/tag157.xml"/><Relationship Id="rId2" Type="http://schemas.openxmlformats.org/officeDocument/2006/relationships/tags" Target="../tags/tag156.xml"/><Relationship Id="rId11" Type="http://schemas.openxmlformats.org/officeDocument/2006/relationships/tags" Target="../tags/tag165.xml"/><Relationship Id="rId10" Type="http://schemas.openxmlformats.org/officeDocument/2006/relationships/tags" Target="../tags/tag164.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173.xml"/><Relationship Id="rId8" Type="http://schemas.openxmlformats.org/officeDocument/2006/relationships/tags" Target="../tags/tag172.xml"/><Relationship Id="rId7" Type="http://schemas.openxmlformats.org/officeDocument/2006/relationships/tags" Target="../tags/tag171.xml"/><Relationship Id="rId6" Type="http://schemas.openxmlformats.org/officeDocument/2006/relationships/tags" Target="../tags/tag170.xml"/><Relationship Id="rId5" Type="http://schemas.openxmlformats.org/officeDocument/2006/relationships/tags" Target="../tags/tag169.xml"/><Relationship Id="rId4" Type="http://schemas.openxmlformats.org/officeDocument/2006/relationships/tags" Target="../tags/tag168.xml"/><Relationship Id="rId3" Type="http://schemas.openxmlformats.org/officeDocument/2006/relationships/tags" Target="../tags/tag167.xml"/><Relationship Id="rId2" Type="http://schemas.openxmlformats.org/officeDocument/2006/relationships/tags" Target="../tags/tag166.xml"/><Relationship Id="rId12" Type="http://schemas.openxmlformats.org/officeDocument/2006/relationships/tags" Target="../tags/tag176.xml"/><Relationship Id="rId11" Type="http://schemas.openxmlformats.org/officeDocument/2006/relationships/tags" Target="../tags/tag175.xml"/><Relationship Id="rId10" Type="http://schemas.openxmlformats.org/officeDocument/2006/relationships/tags" Target="../tags/tag174.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184.xml"/><Relationship Id="rId8" Type="http://schemas.openxmlformats.org/officeDocument/2006/relationships/tags" Target="../tags/tag183.xml"/><Relationship Id="rId7" Type="http://schemas.openxmlformats.org/officeDocument/2006/relationships/tags" Target="../tags/tag182.xml"/><Relationship Id="rId6" Type="http://schemas.openxmlformats.org/officeDocument/2006/relationships/tags" Target="../tags/tag181.xml"/><Relationship Id="rId5" Type="http://schemas.openxmlformats.org/officeDocument/2006/relationships/tags" Target="../tags/tag180.xml"/><Relationship Id="rId4" Type="http://schemas.openxmlformats.org/officeDocument/2006/relationships/tags" Target="../tags/tag179.xml"/><Relationship Id="rId3" Type="http://schemas.openxmlformats.org/officeDocument/2006/relationships/tags" Target="../tags/tag178.xml"/><Relationship Id="rId23" Type="http://schemas.openxmlformats.org/officeDocument/2006/relationships/tags" Target="../tags/tag194.xml"/><Relationship Id="rId22" Type="http://schemas.openxmlformats.org/officeDocument/2006/relationships/tags" Target="../tags/tag193.xml"/><Relationship Id="rId21" Type="http://schemas.openxmlformats.org/officeDocument/2006/relationships/tags" Target="../tags/tag192.xml"/><Relationship Id="rId20" Type="http://schemas.openxmlformats.org/officeDocument/2006/relationships/tags" Target="../tags/tag191.xml"/><Relationship Id="rId2" Type="http://schemas.openxmlformats.org/officeDocument/2006/relationships/tags" Target="../tags/tag177.xml"/><Relationship Id="rId19" Type="http://schemas.openxmlformats.org/officeDocument/2006/relationships/tags" Target="../tags/tag190.xml"/><Relationship Id="rId18" Type="http://schemas.openxmlformats.org/officeDocument/2006/relationships/image" Target="../media/image12.svg"/><Relationship Id="rId17" Type="http://schemas.openxmlformats.org/officeDocument/2006/relationships/image" Target="../media/image3.png"/><Relationship Id="rId16" Type="http://schemas.openxmlformats.org/officeDocument/2006/relationships/tags" Target="../tags/tag189.xml"/><Relationship Id="rId15" Type="http://schemas.openxmlformats.org/officeDocument/2006/relationships/image" Target="../media/image11.svg"/><Relationship Id="rId14" Type="http://schemas.openxmlformats.org/officeDocument/2006/relationships/image" Target="../media/image5.png"/><Relationship Id="rId13" Type="http://schemas.openxmlformats.org/officeDocument/2006/relationships/tags" Target="../tags/tag188.xml"/><Relationship Id="rId12" Type="http://schemas.openxmlformats.org/officeDocument/2006/relationships/tags" Target="../tags/tag187.xml"/><Relationship Id="rId11" Type="http://schemas.openxmlformats.org/officeDocument/2006/relationships/tags" Target="../tags/tag186.xml"/><Relationship Id="rId10" Type="http://schemas.openxmlformats.org/officeDocument/2006/relationships/tags" Target="../tags/tag185.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202.xml"/><Relationship Id="rId8" Type="http://schemas.openxmlformats.org/officeDocument/2006/relationships/tags" Target="../tags/tag201.xml"/><Relationship Id="rId7" Type="http://schemas.openxmlformats.org/officeDocument/2006/relationships/tags" Target="../tags/tag200.xml"/><Relationship Id="rId6" Type="http://schemas.openxmlformats.org/officeDocument/2006/relationships/tags" Target="../tags/tag199.xml"/><Relationship Id="rId5" Type="http://schemas.openxmlformats.org/officeDocument/2006/relationships/tags" Target="../tags/tag198.xml"/><Relationship Id="rId4" Type="http://schemas.openxmlformats.org/officeDocument/2006/relationships/tags" Target="../tags/tag197.xml"/><Relationship Id="rId3" Type="http://schemas.openxmlformats.org/officeDocument/2006/relationships/tags" Target="../tags/tag196.xml"/><Relationship Id="rId2" Type="http://schemas.openxmlformats.org/officeDocument/2006/relationships/tags" Target="../tags/tag195.xml"/><Relationship Id="rId12" Type="http://schemas.openxmlformats.org/officeDocument/2006/relationships/tags" Target="../tags/tag205.xml"/><Relationship Id="rId11" Type="http://schemas.openxmlformats.org/officeDocument/2006/relationships/tags" Target="../tags/tag204.xml"/><Relationship Id="rId10" Type="http://schemas.openxmlformats.org/officeDocument/2006/relationships/tags" Target="../tags/tag203.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213.xml"/><Relationship Id="rId8" Type="http://schemas.openxmlformats.org/officeDocument/2006/relationships/tags" Target="../tags/tag212.xml"/><Relationship Id="rId7" Type="http://schemas.openxmlformats.org/officeDocument/2006/relationships/tags" Target="../tags/tag211.xml"/><Relationship Id="rId6" Type="http://schemas.openxmlformats.org/officeDocument/2006/relationships/tags" Target="../tags/tag210.xml"/><Relationship Id="rId5" Type="http://schemas.openxmlformats.org/officeDocument/2006/relationships/tags" Target="../tags/tag209.xml"/><Relationship Id="rId4" Type="http://schemas.openxmlformats.org/officeDocument/2006/relationships/tags" Target="../tags/tag208.xml"/><Relationship Id="rId3" Type="http://schemas.openxmlformats.org/officeDocument/2006/relationships/tags" Target="../tags/tag207.xml"/><Relationship Id="rId2" Type="http://schemas.openxmlformats.org/officeDocument/2006/relationships/tags" Target="../tags/tag206.xml"/><Relationship Id="rId14" Type="http://schemas.openxmlformats.org/officeDocument/2006/relationships/tags" Target="../tags/tag218.xml"/><Relationship Id="rId13" Type="http://schemas.openxmlformats.org/officeDocument/2006/relationships/tags" Target="../tags/tag217.xml"/><Relationship Id="rId12" Type="http://schemas.openxmlformats.org/officeDocument/2006/relationships/tags" Target="../tags/tag216.xml"/><Relationship Id="rId11" Type="http://schemas.openxmlformats.org/officeDocument/2006/relationships/tags" Target="../tags/tag215.xml"/><Relationship Id="rId10" Type="http://schemas.openxmlformats.org/officeDocument/2006/relationships/tags" Target="../tags/tag214.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226.xml"/><Relationship Id="rId8" Type="http://schemas.openxmlformats.org/officeDocument/2006/relationships/tags" Target="../tags/tag225.xml"/><Relationship Id="rId7" Type="http://schemas.openxmlformats.org/officeDocument/2006/relationships/tags" Target="../tags/tag224.xml"/><Relationship Id="rId6" Type="http://schemas.openxmlformats.org/officeDocument/2006/relationships/tags" Target="../tags/tag223.xml"/><Relationship Id="rId5" Type="http://schemas.openxmlformats.org/officeDocument/2006/relationships/tags" Target="../tags/tag222.xml"/><Relationship Id="rId4" Type="http://schemas.openxmlformats.org/officeDocument/2006/relationships/tags" Target="../tags/tag221.xml"/><Relationship Id="rId3" Type="http://schemas.openxmlformats.org/officeDocument/2006/relationships/tags" Target="../tags/tag220.xml"/><Relationship Id="rId2" Type="http://schemas.openxmlformats.org/officeDocument/2006/relationships/tags" Target="../tags/tag219.xml"/><Relationship Id="rId10" Type="http://schemas.openxmlformats.org/officeDocument/2006/relationships/tags" Target="../tags/tag227.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5" Type="http://schemas.openxmlformats.org/officeDocument/2006/relationships/tags" Target="../tags/tag231.xml"/><Relationship Id="rId4" Type="http://schemas.openxmlformats.org/officeDocument/2006/relationships/tags" Target="../tags/tag230.xml"/><Relationship Id="rId3" Type="http://schemas.openxmlformats.org/officeDocument/2006/relationships/tags" Target="../tags/tag229.xml"/><Relationship Id="rId2" Type="http://schemas.openxmlformats.org/officeDocument/2006/relationships/tags" Target="../tags/tag228.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6" Type="http://schemas.openxmlformats.org/officeDocument/2006/relationships/tags" Target="../tags/tag236.xml"/><Relationship Id="rId5" Type="http://schemas.openxmlformats.org/officeDocument/2006/relationships/tags" Target="../tags/tag235.xml"/><Relationship Id="rId4" Type="http://schemas.openxmlformats.org/officeDocument/2006/relationships/tags" Target="../tags/tag234.xml"/><Relationship Id="rId3" Type="http://schemas.openxmlformats.org/officeDocument/2006/relationships/tags" Target="../tags/tag233.xml"/><Relationship Id="rId2" Type="http://schemas.openxmlformats.org/officeDocument/2006/relationships/tags" Target="../tags/tag232.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244.xml"/><Relationship Id="rId8" Type="http://schemas.openxmlformats.org/officeDocument/2006/relationships/tags" Target="../tags/tag243.xml"/><Relationship Id="rId7" Type="http://schemas.openxmlformats.org/officeDocument/2006/relationships/tags" Target="../tags/tag242.xml"/><Relationship Id="rId6" Type="http://schemas.openxmlformats.org/officeDocument/2006/relationships/tags" Target="../tags/tag241.xml"/><Relationship Id="rId5" Type="http://schemas.openxmlformats.org/officeDocument/2006/relationships/tags" Target="../tags/tag240.xml"/><Relationship Id="rId4" Type="http://schemas.openxmlformats.org/officeDocument/2006/relationships/tags" Target="../tags/tag239.xml"/><Relationship Id="rId3" Type="http://schemas.openxmlformats.org/officeDocument/2006/relationships/tags" Target="../tags/tag238.xml"/><Relationship Id="rId2" Type="http://schemas.openxmlformats.org/officeDocument/2006/relationships/tags" Target="../tags/tag237.xml"/><Relationship Id="rId11" Type="http://schemas.openxmlformats.org/officeDocument/2006/relationships/tags" Target="../tags/tag246.xml"/><Relationship Id="rId10" Type="http://schemas.openxmlformats.org/officeDocument/2006/relationships/tags" Target="../tags/tag245.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tags" Target="../tags/tag253.xml"/><Relationship Id="rId7" Type="http://schemas.openxmlformats.org/officeDocument/2006/relationships/tags" Target="../tags/tag252.xml"/><Relationship Id="rId6" Type="http://schemas.openxmlformats.org/officeDocument/2006/relationships/tags" Target="../tags/tag251.xml"/><Relationship Id="rId5" Type="http://schemas.openxmlformats.org/officeDocument/2006/relationships/tags" Target="../tags/tag250.xml"/><Relationship Id="rId4" Type="http://schemas.openxmlformats.org/officeDocument/2006/relationships/tags" Target="../tags/tag249.xml"/><Relationship Id="rId3" Type="http://schemas.openxmlformats.org/officeDocument/2006/relationships/tags" Target="../tags/tag248.xml"/><Relationship Id="rId20" Type="http://schemas.openxmlformats.org/officeDocument/2006/relationships/tags" Target="../tags/tag261.xml"/><Relationship Id="rId2" Type="http://schemas.openxmlformats.org/officeDocument/2006/relationships/tags" Target="../tags/tag247.xml"/><Relationship Id="rId19" Type="http://schemas.openxmlformats.org/officeDocument/2006/relationships/tags" Target="../tags/tag260.xml"/><Relationship Id="rId18" Type="http://schemas.openxmlformats.org/officeDocument/2006/relationships/tags" Target="../tags/tag259.xml"/><Relationship Id="rId17" Type="http://schemas.openxmlformats.org/officeDocument/2006/relationships/tags" Target="../tags/tag258.xml"/><Relationship Id="rId16" Type="http://schemas.openxmlformats.org/officeDocument/2006/relationships/tags" Target="../tags/tag257.xml"/><Relationship Id="rId15" Type="http://schemas.openxmlformats.org/officeDocument/2006/relationships/tags" Target="../tags/tag256.xml"/><Relationship Id="rId14" Type="http://schemas.openxmlformats.org/officeDocument/2006/relationships/tags" Target="../tags/tag255.xml"/><Relationship Id="rId13" Type="http://schemas.openxmlformats.org/officeDocument/2006/relationships/image" Target="../media/image10.svg"/><Relationship Id="rId12" Type="http://schemas.openxmlformats.org/officeDocument/2006/relationships/image" Target="../media/image3.png"/><Relationship Id="rId11" Type="http://schemas.openxmlformats.org/officeDocument/2006/relationships/tags" Target="../tags/tag254.xml"/><Relationship Id="rId10" Type="http://schemas.openxmlformats.org/officeDocument/2006/relationships/image" Target="../media/image13.sv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280.xml"/><Relationship Id="rId8" Type="http://schemas.openxmlformats.org/officeDocument/2006/relationships/tags" Target="../tags/tag279.xml"/><Relationship Id="rId7" Type="http://schemas.openxmlformats.org/officeDocument/2006/relationships/tags" Target="../tags/tag278.xml"/><Relationship Id="rId6" Type="http://schemas.openxmlformats.org/officeDocument/2006/relationships/tags" Target="../tags/tag277.xml"/><Relationship Id="rId5" Type="http://schemas.openxmlformats.org/officeDocument/2006/relationships/tags" Target="../tags/tag276.xml"/><Relationship Id="rId4" Type="http://schemas.openxmlformats.org/officeDocument/2006/relationships/tags" Target="../tags/tag275.xml"/><Relationship Id="rId3" Type="http://schemas.openxmlformats.org/officeDocument/2006/relationships/tags" Target="../tags/tag274.xml"/><Relationship Id="rId20" Type="http://schemas.openxmlformats.org/officeDocument/2006/relationships/tags" Target="../tags/tag291.xml"/><Relationship Id="rId2" Type="http://schemas.openxmlformats.org/officeDocument/2006/relationships/tags" Target="../tags/tag273.xml"/><Relationship Id="rId19" Type="http://schemas.openxmlformats.org/officeDocument/2006/relationships/tags" Target="../tags/tag290.xml"/><Relationship Id="rId18" Type="http://schemas.openxmlformats.org/officeDocument/2006/relationships/tags" Target="../tags/tag289.xml"/><Relationship Id="rId17" Type="http://schemas.openxmlformats.org/officeDocument/2006/relationships/tags" Target="../tags/tag288.xml"/><Relationship Id="rId16" Type="http://schemas.openxmlformats.org/officeDocument/2006/relationships/tags" Target="../tags/tag287.xml"/><Relationship Id="rId15" Type="http://schemas.openxmlformats.org/officeDocument/2006/relationships/tags" Target="../tags/tag286.xml"/><Relationship Id="rId14" Type="http://schemas.openxmlformats.org/officeDocument/2006/relationships/tags" Target="../tags/tag285.xml"/><Relationship Id="rId13" Type="http://schemas.openxmlformats.org/officeDocument/2006/relationships/tags" Target="../tags/tag284.xml"/><Relationship Id="rId12" Type="http://schemas.openxmlformats.org/officeDocument/2006/relationships/tags" Target="../tags/tag283.xml"/><Relationship Id="rId11" Type="http://schemas.openxmlformats.org/officeDocument/2006/relationships/tags" Target="../tags/tag282.xml"/><Relationship Id="rId10" Type="http://schemas.openxmlformats.org/officeDocument/2006/relationships/tags" Target="../tags/tag281.xml"/><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299.xml"/><Relationship Id="rId8" Type="http://schemas.openxmlformats.org/officeDocument/2006/relationships/tags" Target="../tags/tag298.xml"/><Relationship Id="rId7" Type="http://schemas.openxmlformats.org/officeDocument/2006/relationships/tags" Target="../tags/tag297.xml"/><Relationship Id="rId6" Type="http://schemas.openxmlformats.org/officeDocument/2006/relationships/tags" Target="../tags/tag296.xml"/><Relationship Id="rId5" Type="http://schemas.openxmlformats.org/officeDocument/2006/relationships/tags" Target="../tags/tag295.xml"/><Relationship Id="rId4" Type="http://schemas.openxmlformats.org/officeDocument/2006/relationships/tags" Target="../tags/tag294.xml"/><Relationship Id="rId3" Type="http://schemas.openxmlformats.org/officeDocument/2006/relationships/tags" Target="../tags/tag293.xml"/><Relationship Id="rId2" Type="http://schemas.openxmlformats.org/officeDocument/2006/relationships/tags" Target="../tags/tag292.xml"/><Relationship Id="rId11" Type="http://schemas.openxmlformats.org/officeDocument/2006/relationships/tags" Target="../tags/tag301.xml"/><Relationship Id="rId10" Type="http://schemas.openxmlformats.org/officeDocument/2006/relationships/tags" Target="../tags/tag300.xml"/><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309.xml"/><Relationship Id="rId8" Type="http://schemas.openxmlformats.org/officeDocument/2006/relationships/tags" Target="../tags/tag308.xml"/><Relationship Id="rId7" Type="http://schemas.openxmlformats.org/officeDocument/2006/relationships/tags" Target="../tags/tag307.xml"/><Relationship Id="rId6" Type="http://schemas.openxmlformats.org/officeDocument/2006/relationships/tags" Target="../tags/tag306.xml"/><Relationship Id="rId5" Type="http://schemas.openxmlformats.org/officeDocument/2006/relationships/tags" Target="../tags/tag305.xml"/><Relationship Id="rId4" Type="http://schemas.openxmlformats.org/officeDocument/2006/relationships/tags" Target="../tags/tag304.xml"/><Relationship Id="rId3" Type="http://schemas.openxmlformats.org/officeDocument/2006/relationships/tags" Target="../tags/tag303.xml"/><Relationship Id="rId2" Type="http://schemas.openxmlformats.org/officeDocument/2006/relationships/tags" Target="../tags/tag302.xml"/><Relationship Id="rId12" Type="http://schemas.openxmlformats.org/officeDocument/2006/relationships/tags" Target="../tags/tag312.xml"/><Relationship Id="rId11" Type="http://schemas.openxmlformats.org/officeDocument/2006/relationships/tags" Target="../tags/tag311.xml"/><Relationship Id="rId10" Type="http://schemas.openxmlformats.org/officeDocument/2006/relationships/tags" Target="../tags/tag310.xml"/><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320.xml"/><Relationship Id="rId8" Type="http://schemas.openxmlformats.org/officeDocument/2006/relationships/tags" Target="../tags/tag319.xml"/><Relationship Id="rId7" Type="http://schemas.openxmlformats.org/officeDocument/2006/relationships/tags" Target="../tags/tag318.xml"/><Relationship Id="rId6" Type="http://schemas.openxmlformats.org/officeDocument/2006/relationships/tags" Target="../tags/tag317.xml"/><Relationship Id="rId5" Type="http://schemas.openxmlformats.org/officeDocument/2006/relationships/tags" Target="../tags/tag316.xml"/><Relationship Id="rId4" Type="http://schemas.openxmlformats.org/officeDocument/2006/relationships/tags" Target="../tags/tag315.xml"/><Relationship Id="rId3" Type="http://schemas.openxmlformats.org/officeDocument/2006/relationships/tags" Target="../tags/tag314.xml"/><Relationship Id="rId2" Type="http://schemas.openxmlformats.org/officeDocument/2006/relationships/tags" Target="../tags/tag313.xml"/><Relationship Id="rId19" Type="http://schemas.openxmlformats.org/officeDocument/2006/relationships/tags" Target="../tags/tag330.xml"/><Relationship Id="rId18" Type="http://schemas.openxmlformats.org/officeDocument/2006/relationships/tags" Target="../tags/tag329.xml"/><Relationship Id="rId17" Type="http://schemas.openxmlformats.org/officeDocument/2006/relationships/tags" Target="../tags/tag328.xml"/><Relationship Id="rId16" Type="http://schemas.openxmlformats.org/officeDocument/2006/relationships/tags" Target="../tags/tag327.xml"/><Relationship Id="rId15" Type="http://schemas.openxmlformats.org/officeDocument/2006/relationships/tags" Target="../tags/tag326.xml"/><Relationship Id="rId14" Type="http://schemas.openxmlformats.org/officeDocument/2006/relationships/tags" Target="../tags/tag325.xml"/><Relationship Id="rId13" Type="http://schemas.openxmlformats.org/officeDocument/2006/relationships/tags" Target="../tags/tag324.xml"/><Relationship Id="rId12" Type="http://schemas.openxmlformats.org/officeDocument/2006/relationships/tags" Target="../tags/tag323.xml"/><Relationship Id="rId11" Type="http://schemas.openxmlformats.org/officeDocument/2006/relationships/tags" Target="../tags/tag322.xml"/><Relationship Id="rId10" Type="http://schemas.openxmlformats.org/officeDocument/2006/relationships/tags" Target="../tags/tag321.xm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338.xml"/><Relationship Id="rId8" Type="http://schemas.openxmlformats.org/officeDocument/2006/relationships/tags" Target="../tags/tag337.xml"/><Relationship Id="rId7" Type="http://schemas.openxmlformats.org/officeDocument/2006/relationships/tags" Target="../tags/tag336.xml"/><Relationship Id="rId6" Type="http://schemas.openxmlformats.org/officeDocument/2006/relationships/tags" Target="../tags/tag335.xml"/><Relationship Id="rId5" Type="http://schemas.openxmlformats.org/officeDocument/2006/relationships/tags" Target="../tags/tag334.xml"/><Relationship Id="rId4" Type="http://schemas.openxmlformats.org/officeDocument/2006/relationships/tags" Target="../tags/tag333.xml"/><Relationship Id="rId3" Type="http://schemas.openxmlformats.org/officeDocument/2006/relationships/tags" Target="../tags/tag332.xml"/><Relationship Id="rId2" Type="http://schemas.openxmlformats.org/officeDocument/2006/relationships/tags" Target="../tags/tag331.xml"/><Relationship Id="rId12" Type="http://schemas.openxmlformats.org/officeDocument/2006/relationships/tags" Target="../tags/tag341.xml"/><Relationship Id="rId11" Type="http://schemas.openxmlformats.org/officeDocument/2006/relationships/tags" Target="../tags/tag340.xml"/><Relationship Id="rId10" Type="http://schemas.openxmlformats.org/officeDocument/2006/relationships/tags" Target="../tags/tag339.xml"/><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349.xml"/><Relationship Id="rId8" Type="http://schemas.openxmlformats.org/officeDocument/2006/relationships/tags" Target="../tags/tag348.xml"/><Relationship Id="rId7" Type="http://schemas.openxmlformats.org/officeDocument/2006/relationships/tags" Target="../tags/tag347.xml"/><Relationship Id="rId6" Type="http://schemas.openxmlformats.org/officeDocument/2006/relationships/tags" Target="../tags/tag346.xml"/><Relationship Id="rId5" Type="http://schemas.openxmlformats.org/officeDocument/2006/relationships/tags" Target="../tags/tag345.xml"/><Relationship Id="rId4" Type="http://schemas.openxmlformats.org/officeDocument/2006/relationships/tags" Target="../tags/tag344.xml"/><Relationship Id="rId3" Type="http://schemas.openxmlformats.org/officeDocument/2006/relationships/tags" Target="../tags/tag343.xml"/><Relationship Id="rId2" Type="http://schemas.openxmlformats.org/officeDocument/2006/relationships/tags" Target="../tags/tag342.xml"/><Relationship Id="rId14" Type="http://schemas.openxmlformats.org/officeDocument/2006/relationships/tags" Target="../tags/tag354.xml"/><Relationship Id="rId13" Type="http://schemas.openxmlformats.org/officeDocument/2006/relationships/tags" Target="../tags/tag353.xml"/><Relationship Id="rId12" Type="http://schemas.openxmlformats.org/officeDocument/2006/relationships/tags" Target="../tags/tag352.xml"/><Relationship Id="rId11" Type="http://schemas.openxmlformats.org/officeDocument/2006/relationships/tags" Target="../tags/tag351.xml"/><Relationship Id="rId10" Type="http://schemas.openxmlformats.org/officeDocument/2006/relationships/tags" Target="../tags/tag350.xml"/><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9" Type="http://schemas.openxmlformats.org/officeDocument/2006/relationships/tags" Target="../tags/tag362.xml"/><Relationship Id="rId8" Type="http://schemas.openxmlformats.org/officeDocument/2006/relationships/tags" Target="../tags/tag361.xml"/><Relationship Id="rId7" Type="http://schemas.openxmlformats.org/officeDocument/2006/relationships/tags" Target="../tags/tag360.xml"/><Relationship Id="rId6" Type="http://schemas.openxmlformats.org/officeDocument/2006/relationships/tags" Target="../tags/tag359.xml"/><Relationship Id="rId5" Type="http://schemas.openxmlformats.org/officeDocument/2006/relationships/tags" Target="../tags/tag358.xml"/><Relationship Id="rId4" Type="http://schemas.openxmlformats.org/officeDocument/2006/relationships/tags" Target="../tags/tag357.xml"/><Relationship Id="rId3" Type="http://schemas.openxmlformats.org/officeDocument/2006/relationships/tags" Target="../tags/tag356.xml"/><Relationship Id="rId2" Type="http://schemas.openxmlformats.org/officeDocument/2006/relationships/tags" Target="../tags/tag355.xml"/><Relationship Id="rId10" Type="http://schemas.openxmlformats.org/officeDocument/2006/relationships/tags" Target="../tags/tag363.xm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5" Type="http://schemas.openxmlformats.org/officeDocument/2006/relationships/tags" Target="../tags/tag367.xml"/><Relationship Id="rId4" Type="http://schemas.openxmlformats.org/officeDocument/2006/relationships/tags" Target="../tags/tag366.xml"/><Relationship Id="rId3" Type="http://schemas.openxmlformats.org/officeDocument/2006/relationships/tags" Target="../tags/tag365.xml"/><Relationship Id="rId2" Type="http://schemas.openxmlformats.org/officeDocument/2006/relationships/tags" Target="../tags/tag364.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6" Type="http://schemas.openxmlformats.org/officeDocument/2006/relationships/tags" Target="../tags/tag372.xml"/><Relationship Id="rId5" Type="http://schemas.openxmlformats.org/officeDocument/2006/relationships/tags" Target="../tags/tag371.xml"/><Relationship Id="rId4" Type="http://schemas.openxmlformats.org/officeDocument/2006/relationships/tags" Target="../tags/tag370.xml"/><Relationship Id="rId3" Type="http://schemas.openxmlformats.org/officeDocument/2006/relationships/tags" Target="../tags/tag369.xml"/><Relationship Id="rId2" Type="http://schemas.openxmlformats.org/officeDocument/2006/relationships/tags" Target="../tags/tag368.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9" Type="http://schemas.openxmlformats.org/officeDocument/2006/relationships/tags" Target="../tags/tag380.xml"/><Relationship Id="rId8" Type="http://schemas.openxmlformats.org/officeDocument/2006/relationships/tags" Target="../tags/tag379.xml"/><Relationship Id="rId7" Type="http://schemas.openxmlformats.org/officeDocument/2006/relationships/tags" Target="../tags/tag378.xml"/><Relationship Id="rId6" Type="http://schemas.openxmlformats.org/officeDocument/2006/relationships/tags" Target="../tags/tag377.xml"/><Relationship Id="rId5" Type="http://schemas.openxmlformats.org/officeDocument/2006/relationships/tags" Target="../tags/tag376.xml"/><Relationship Id="rId4" Type="http://schemas.openxmlformats.org/officeDocument/2006/relationships/tags" Target="../tags/tag375.xml"/><Relationship Id="rId3" Type="http://schemas.openxmlformats.org/officeDocument/2006/relationships/tags" Target="../tags/tag374.xml"/><Relationship Id="rId2" Type="http://schemas.openxmlformats.org/officeDocument/2006/relationships/tags" Target="../tags/tag373.xml"/><Relationship Id="rId11" Type="http://schemas.openxmlformats.org/officeDocument/2006/relationships/tags" Target="../tags/tag382.xml"/><Relationship Id="rId10" Type="http://schemas.openxmlformats.org/officeDocument/2006/relationships/tags" Target="../tags/tag381.xml"/><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9" Type="http://schemas.openxmlformats.org/officeDocument/2006/relationships/tags" Target="../tags/tag390.xml"/><Relationship Id="rId8" Type="http://schemas.openxmlformats.org/officeDocument/2006/relationships/tags" Target="../tags/tag389.xml"/><Relationship Id="rId7" Type="http://schemas.openxmlformats.org/officeDocument/2006/relationships/tags" Target="../tags/tag388.xml"/><Relationship Id="rId6" Type="http://schemas.openxmlformats.org/officeDocument/2006/relationships/tags" Target="../tags/tag387.xml"/><Relationship Id="rId5" Type="http://schemas.openxmlformats.org/officeDocument/2006/relationships/tags" Target="../tags/tag386.xml"/><Relationship Id="rId4" Type="http://schemas.openxmlformats.org/officeDocument/2006/relationships/tags" Target="../tags/tag385.xml"/><Relationship Id="rId3" Type="http://schemas.openxmlformats.org/officeDocument/2006/relationships/tags" Target="../tags/tag384.xml"/><Relationship Id="rId2" Type="http://schemas.openxmlformats.org/officeDocument/2006/relationships/tags" Target="../tags/tag383.xml"/><Relationship Id="rId16" Type="http://schemas.openxmlformats.org/officeDocument/2006/relationships/tags" Target="../tags/tag397.xml"/><Relationship Id="rId15" Type="http://schemas.openxmlformats.org/officeDocument/2006/relationships/tags" Target="../tags/tag396.xml"/><Relationship Id="rId14" Type="http://schemas.openxmlformats.org/officeDocument/2006/relationships/tags" Target="../tags/tag395.xml"/><Relationship Id="rId13" Type="http://schemas.openxmlformats.org/officeDocument/2006/relationships/tags" Target="../tags/tag394.xml"/><Relationship Id="rId12" Type="http://schemas.openxmlformats.org/officeDocument/2006/relationships/tags" Target="../tags/tag393.xml"/><Relationship Id="rId11" Type="http://schemas.openxmlformats.org/officeDocument/2006/relationships/tags" Target="../tags/tag392.xml"/><Relationship Id="rId10" Type="http://schemas.openxmlformats.org/officeDocument/2006/relationships/tags" Target="../tags/tag391.xml"/><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9" Type="http://schemas.openxmlformats.org/officeDocument/2006/relationships/tags" Target="../tags/tag416.xml"/><Relationship Id="rId8" Type="http://schemas.openxmlformats.org/officeDocument/2006/relationships/tags" Target="../tags/tag415.xml"/><Relationship Id="rId7" Type="http://schemas.openxmlformats.org/officeDocument/2006/relationships/tags" Target="../tags/tag414.xml"/><Relationship Id="rId6" Type="http://schemas.openxmlformats.org/officeDocument/2006/relationships/tags" Target="../tags/tag413.xml"/><Relationship Id="rId5" Type="http://schemas.openxmlformats.org/officeDocument/2006/relationships/tags" Target="../tags/tag412.xml"/><Relationship Id="rId4" Type="http://schemas.openxmlformats.org/officeDocument/2006/relationships/tags" Target="../tags/tag411.xml"/><Relationship Id="rId3" Type="http://schemas.openxmlformats.org/officeDocument/2006/relationships/tags" Target="../tags/tag410.xml"/><Relationship Id="rId20" Type="http://schemas.openxmlformats.org/officeDocument/2006/relationships/tags" Target="../tags/tag427.xml"/><Relationship Id="rId2" Type="http://schemas.openxmlformats.org/officeDocument/2006/relationships/tags" Target="../tags/tag409.xml"/><Relationship Id="rId19" Type="http://schemas.openxmlformats.org/officeDocument/2006/relationships/tags" Target="../tags/tag426.xml"/><Relationship Id="rId18" Type="http://schemas.openxmlformats.org/officeDocument/2006/relationships/tags" Target="../tags/tag425.xml"/><Relationship Id="rId17" Type="http://schemas.openxmlformats.org/officeDocument/2006/relationships/tags" Target="../tags/tag424.xml"/><Relationship Id="rId16" Type="http://schemas.openxmlformats.org/officeDocument/2006/relationships/tags" Target="../tags/tag423.xml"/><Relationship Id="rId15" Type="http://schemas.openxmlformats.org/officeDocument/2006/relationships/tags" Target="../tags/tag422.xml"/><Relationship Id="rId14" Type="http://schemas.openxmlformats.org/officeDocument/2006/relationships/tags" Target="../tags/tag421.xml"/><Relationship Id="rId13" Type="http://schemas.openxmlformats.org/officeDocument/2006/relationships/tags" Target="../tags/tag420.xml"/><Relationship Id="rId12" Type="http://schemas.openxmlformats.org/officeDocument/2006/relationships/tags" Target="../tags/tag419.xml"/><Relationship Id="rId11" Type="http://schemas.openxmlformats.org/officeDocument/2006/relationships/tags" Target="../tags/tag418.xml"/><Relationship Id="rId10" Type="http://schemas.openxmlformats.org/officeDocument/2006/relationships/tags" Target="../tags/tag417.xml"/><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9" Type="http://schemas.openxmlformats.org/officeDocument/2006/relationships/tags" Target="../tags/tag435.xml"/><Relationship Id="rId8" Type="http://schemas.openxmlformats.org/officeDocument/2006/relationships/tags" Target="../tags/tag434.xml"/><Relationship Id="rId7" Type="http://schemas.openxmlformats.org/officeDocument/2006/relationships/tags" Target="../tags/tag433.xml"/><Relationship Id="rId6" Type="http://schemas.openxmlformats.org/officeDocument/2006/relationships/tags" Target="../tags/tag432.xml"/><Relationship Id="rId5" Type="http://schemas.openxmlformats.org/officeDocument/2006/relationships/tags" Target="../tags/tag431.xml"/><Relationship Id="rId4" Type="http://schemas.openxmlformats.org/officeDocument/2006/relationships/tags" Target="../tags/tag430.xml"/><Relationship Id="rId3" Type="http://schemas.openxmlformats.org/officeDocument/2006/relationships/tags" Target="../tags/tag429.xml"/><Relationship Id="rId2" Type="http://schemas.openxmlformats.org/officeDocument/2006/relationships/tags" Target="../tags/tag428.xml"/><Relationship Id="rId11" Type="http://schemas.openxmlformats.org/officeDocument/2006/relationships/tags" Target="../tags/tag437.xml"/><Relationship Id="rId10" Type="http://schemas.openxmlformats.org/officeDocument/2006/relationships/tags" Target="../tags/tag436.xml"/><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9" Type="http://schemas.openxmlformats.org/officeDocument/2006/relationships/tags" Target="../tags/tag445.xml"/><Relationship Id="rId8" Type="http://schemas.openxmlformats.org/officeDocument/2006/relationships/tags" Target="../tags/tag444.xml"/><Relationship Id="rId7" Type="http://schemas.openxmlformats.org/officeDocument/2006/relationships/tags" Target="../tags/tag443.xml"/><Relationship Id="rId6" Type="http://schemas.openxmlformats.org/officeDocument/2006/relationships/tags" Target="../tags/tag442.xml"/><Relationship Id="rId5" Type="http://schemas.openxmlformats.org/officeDocument/2006/relationships/tags" Target="../tags/tag441.xml"/><Relationship Id="rId4" Type="http://schemas.openxmlformats.org/officeDocument/2006/relationships/tags" Target="../tags/tag440.xml"/><Relationship Id="rId3" Type="http://schemas.openxmlformats.org/officeDocument/2006/relationships/tags" Target="../tags/tag439.xml"/><Relationship Id="rId2" Type="http://schemas.openxmlformats.org/officeDocument/2006/relationships/tags" Target="../tags/tag438.xml"/><Relationship Id="rId12" Type="http://schemas.openxmlformats.org/officeDocument/2006/relationships/tags" Target="../tags/tag448.xml"/><Relationship Id="rId11" Type="http://schemas.openxmlformats.org/officeDocument/2006/relationships/tags" Target="../tags/tag447.xml"/><Relationship Id="rId10" Type="http://schemas.openxmlformats.org/officeDocument/2006/relationships/tags" Target="../tags/tag446.xml"/><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9" Type="http://schemas.openxmlformats.org/officeDocument/2006/relationships/tags" Target="../tags/tag456.xml"/><Relationship Id="rId8" Type="http://schemas.openxmlformats.org/officeDocument/2006/relationships/tags" Target="../tags/tag455.xml"/><Relationship Id="rId7" Type="http://schemas.openxmlformats.org/officeDocument/2006/relationships/tags" Target="../tags/tag454.xml"/><Relationship Id="rId6" Type="http://schemas.openxmlformats.org/officeDocument/2006/relationships/tags" Target="../tags/tag453.xml"/><Relationship Id="rId5" Type="http://schemas.openxmlformats.org/officeDocument/2006/relationships/tags" Target="../tags/tag452.xml"/><Relationship Id="rId4" Type="http://schemas.openxmlformats.org/officeDocument/2006/relationships/tags" Target="../tags/tag451.xml"/><Relationship Id="rId3" Type="http://schemas.openxmlformats.org/officeDocument/2006/relationships/tags" Target="../tags/tag450.xml"/><Relationship Id="rId2" Type="http://schemas.openxmlformats.org/officeDocument/2006/relationships/tags" Target="../tags/tag449.xml"/><Relationship Id="rId19" Type="http://schemas.openxmlformats.org/officeDocument/2006/relationships/tags" Target="../tags/tag466.xml"/><Relationship Id="rId18" Type="http://schemas.openxmlformats.org/officeDocument/2006/relationships/tags" Target="../tags/tag465.xml"/><Relationship Id="rId17" Type="http://schemas.openxmlformats.org/officeDocument/2006/relationships/tags" Target="../tags/tag464.xml"/><Relationship Id="rId16" Type="http://schemas.openxmlformats.org/officeDocument/2006/relationships/tags" Target="../tags/tag463.xml"/><Relationship Id="rId15" Type="http://schemas.openxmlformats.org/officeDocument/2006/relationships/tags" Target="../tags/tag462.xml"/><Relationship Id="rId14" Type="http://schemas.openxmlformats.org/officeDocument/2006/relationships/tags" Target="../tags/tag461.xml"/><Relationship Id="rId13" Type="http://schemas.openxmlformats.org/officeDocument/2006/relationships/tags" Target="../tags/tag460.xml"/><Relationship Id="rId12" Type="http://schemas.openxmlformats.org/officeDocument/2006/relationships/tags" Target="../tags/tag459.xml"/><Relationship Id="rId11" Type="http://schemas.openxmlformats.org/officeDocument/2006/relationships/tags" Target="../tags/tag458.xml"/><Relationship Id="rId10" Type="http://schemas.openxmlformats.org/officeDocument/2006/relationships/tags" Target="../tags/tag457.xml"/><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9" Type="http://schemas.openxmlformats.org/officeDocument/2006/relationships/tags" Target="../tags/tag474.xml"/><Relationship Id="rId8" Type="http://schemas.openxmlformats.org/officeDocument/2006/relationships/tags" Target="../tags/tag473.xml"/><Relationship Id="rId7" Type="http://schemas.openxmlformats.org/officeDocument/2006/relationships/tags" Target="../tags/tag472.xml"/><Relationship Id="rId6" Type="http://schemas.openxmlformats.org/officeDocument/2006/relationships/tags" Target="../tags/tag471.xml"/><Relationship Id="rId5" Type="http://schemas.openxmlformats.org/officeDocument/2006/relationships/tags" Target="../tags/tag470.xml"/><Relationship Id="rId4" Type="http://schemas.openxmlformats.org/officeDocument/2006/relationships/tags" Target="../tags/tag469.xml"/><Relationship Id="rId3" Type="http://schemas.openxmlformats.org/officeDocument/2006/relationships/tags" Target="../tags/tag468.xml"/><Relationship Id="rId2" Type="http://schemas.openxmlformats.org/officeDocument/2006/relationships/tags" Target="../tags/tag467.xml"/><Relationship Id="rId12" Type="http://schemas.openxmlformats.org/officeDocument/2006/relationships/tags" Target="../tags/tag477.xml"/><Relationship Id="rId11" Type="http://schemas.openxmlformats.org/officeDocument/2006/relationships/tags" Target="../tags/tag476.xml"/><Relationship Id="rId10" Type="http://schemas.openxmlformats.org/officeDocument/2006/relationships/tags" Target="../tags/tag475.xml"/><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9" Type="http://schemas.openxmlformats.org/officeDocument/2006/relationships/tags" Target="../tags/tag485.xml"/><Relationship Id="rId8" Type="http://schemas.openxmlformats.org/officeDocument/2006/relationships/tags" Target="../tags/tag484.xml"/><Relationship Id="rId7" Type="http://schemas.openxmlformats.org/officeDocument/2006/relationships/tags" Target="../tags/tag483.xml"/><Relationship Id="rId6" Type="http://schemas.openxmlformats.org/officeDocument/2006/relationships/tags" Target="../tags/tag482.xml"/><Relationship Id="rId5" Type="http://schemas.openxmlformats.org/officeDocument/2006/relationships/tags" Target="../tags/tag481.xml"/><Relationship Id="rId4" Type="http://schemas.openxmlformats.org/officeDocument/2006/relationships/tags" Target="../tags/tag480.xml"/><Relationship Id="rId3" Type="http://schemas.openxmlformats.org/officeDocument/2006/relationships/tags" Target="../tags/tag479.xml"/><Relationship Id="rId2" Type="http://schemas.openxmlformats.org/officeDocument/2006/relationships/tags" Target="../tags/tag478.xml"/><Relationship Id="rId14" Type="http://schemas.openxmlformats.org/officeDocument/2006/relationships/tags" Target="../tags/tag490.xml"/><Relationship Id="rId13" Type="http://schemas.openxmlformats.org/officeDocument/2006/relationships/tags" Target="../tags/tag489.xml"/><Relationship Id="rId12" Type="http://schemas.openxmlformats.org/officeDocument/2006/relationships/tags" Target="../tags/tag488.xml"/><Relationship Id="rId11" Type="http://schemas.openxmlformats.org/officeDocument/2006/relationships/tags" Target="../tags/tag487.xml"/><Relationship Id="rId10" Type="http://schemas.openxmlformats.org/officeDocument/2006/relationships/tags" Target="../tags/tag486.xml"/><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9" Type="http://schemas.openxmlformats.org/officeDocument/2006/relationships/tags" Target="../tags/tag498.xml"/><Relationship Id="rId8" Type="http://schemas.openxmlformats.org/officeDocument/2006/relationships/tags" Target="../tags/tag497.xml"/><Relationship Id="rId7" Type="http://schemas.openxmlformats.org/officeDocument/2006/relationships/tags" Target="../tags/tag496.xml"/><Relationship Id="rId6" Type="http://schemas.openxmlformats.org/officeDocument/2006/relationships/tags" Target="../tags/tag495.xml"/><Relationship Id="rId5" Type="http://schemas.openxmlformats.org/officeDocument/2006/relationships/tags" Target="../tags/tag494.xml"/><Relationship Id="rId4" Type="http://schemas.openxmlformats.org/officeDocument/2006/relationships/tags" Target="../tags/tag493.xml"/><Relationship Id="rId3" Type="http://schemas.openxmlformats.org/officeDocument/2006/relationships/tags" Target="../tags/tag492.xml"/><Relationship Id="rId2" Type="http://schemas.openxmlformats.org/officeDocument/2006/relationships/tags" Target="../tags/tag491.xml"/><Relationship Id="rId10" Type="http://schemas.openxmlformats.org/officeDocument/2006/relationships/tags" Target="../tags/tag499.xml"/><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5" Type="http://schemas.openxmlformats.org/officeDocument/2006/relationships/tags" Target="../tags/tag503.xml"/><Relationship Id="rId4" Type="http://schemas.openxmlformats.org/officeDocument/2006/relationships/tags" Target="../tags/tag502.xml"/><Relationship Id="rId3" Type="http://schemas.openxmlformats.org/officeDocument/2006/relationships/tags" Target="../tags/tag501.xml"/><Relationship Id="rId2" Type="http://schemas.openxmlformats.org/officeDocument/2006/relationships/tags" Target="../tags/tag500.xml"/><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6" Type="http://schemas.openxmlformats.org/officeDocument/2006/relationships/tags" Target="../tags/tag508.xml"/><Relationship Id="rId5" Type="http://schemas.openxmlformats.org/officeDocument/2006/relationships/tags" Target="../tags/tag507.xml"/><Relationship Id="rId4" Type="http://schemas.openxmlformats.org/officeDocument/2006/relationships/tags" Target="../tags/tag506.xml"/><Relationship Id="rId3" Type="http://schemas.openxmlformats.org/officeDocument/2006/relationships/tags" Target="../tags/tag505.xml"/><Relationship Id="rId2" Type="http://schemas.openxmlformats.org/officeDocument/2006/relationships/tags" Target="../tags/tag504.xml"/><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9" Type="http://schemas.openxmlformats.org/officeDocument/2006/relationships/tags" Target="../tags/tag516.xml"/><Relationship Id="rId8" Type="http://schemas.openxmlformats.org/officeDocument/2006/relationships/tags" Target="../tags/tag515.xml"/><Relationship Id="rId7" Type="http://schemas.openxmlformats.org/officeDocument/2006/relationships/tags" Target="../tags/tag514.xml"/><Relationship Id="rId6" Type="http://schemas.openxmlformats.org/officeDocument/2006/relationships/tags" Target="../tags/tag513.xml"/><Relationship Id="rId5" Type="http://schemas.openxmlformats.org/officeDocument/2006/relationships/tags" Target="../tags/tag512.xml"/><Relationship Id="rId4" Type="http://schemas.openxmlformats.org/officeDocument/2006/relationships/tags" Target="../tags/tag511.xml"/><Relationship Id="rId3" Type="http://schemas.openxmlformats.org/officeDocument/2006/relationships/tags" Target="../tags/tag510.xml"/><Relationship Id="rId2" Type="http://schemas.openxmlformats.org/officeDocument/2006/relationships/tags" Target="../tags/tag509.xml"/><Relationship Id="rId11" Type="http://schemas.openxmlformats.org/officeDocument/2006/relationships/tags" Target="../tags/tag518.xml"/><Relationship Id="rId10" Type="http://schemas.openxmlformats.org/officeDocument/2006/relationships/tags" Target="../tags/tag517.xml"/><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9" Type="http://schemas.openxmlformats.org/officeDocument/2006/relationships/tags" Target="../tags/tag526.xml"/><Relationship Id="rId8" Type="http://schemas.openxmlformats.org/officeDocument/2006/relationships/tags" Target="../tags/tag525.xml"/><Relationship Id="rId7" Type="http://schemas.openxmlformats.org/officeDocument/2006/relationships/tags" Target="../tags/tag524.xml"/><Relationship Id="rId6" Type="http://schemas.openxmlformats.org/officeDocument/2006/relationships/tags" Target="../tags/tag523.xml"/><Relationship Id="rId5" Type="http://schemas.openxmlformats.org/officeDocument/2006/relationships/tags" Target="../tags/tag522.xml"/><Relationship Id="rId4" Type="http://schemas.openxmlformats.org/officeDocument/2006/relationships/tags" Target="../tags/tag521.xml"/><Relationship Id="rId3" Type="http://schemas.openxmlformats.org/officeDocument/2006/relationships/tags" Target="../tags/tag520.xml"/><Relationship Id="rId2" Type="http://schemas.openxmlformats.org/officeDocument/2006/relationships/tags" Target="../tags/tag519.xml"/><Relationship Id="rId16" Type="http://schemas.openxmlformats.org/officeDocument/2006/relationships/tags" Target="../tags/tag533.xml"/><Relationship Id="rId15" Type="http://schemas.openxmlformats.org/officeDocument/2006/relationships/tags" Target="../tags/tag532.xml"/><Relationship Id="rId14" Type="http://schemas.openxmlformats.org/officeDocument/2006/relationships/tags" Target="../tags/tag531.xml"/><Relationship Id="rId13" Type="http://schemas.openxmlformats.org/officeDocument/2006/relationships/tags" Target="../tags/tag530.xml"/><Relationship Id="rId12" Type="http://schemas.openxmlformats.org/officeDocument/2006/relationships/tags" Target="../tags/tag529.xml"/><Relationship Id="rId11" Type="http://schemas.openxmlformats.org/officeDocument/2006/relationships/tags" Target="../tags/tag528.xml"/><Relationship Id="rId10" Type="http://schemas.openxmlformats.org/officeDocument/2006/relationships/tags" Target="../tags/tag527.xml"/><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82" name="椭圆 81"/>
          <p:cNvSpPr>
            <a:spLocks noChangeAspect="1"/>
          </p:cNvSpPr>
          <p:nvPr>
            <p:custDataLst>
              <p:tags r:id="rId3"/>
            </p:custDataLst>
          </p:nvPr>
        </p:nvSpPr>
        <p:spPr>
          <a:xfrm flipH="1">
            <a:off x="7106285" y="2912110"/>
            <a:ext cx="1763395" cy="1763395"/>
          </a:xfrm>
          <a:prstGeom prst="ellipse">
            <a:avLst/>
          </a:prstGeom>
          <a:gradFill flip="none" rotWithShape="1">
            <a:gsLst>
              <a:gs pos="0">
                <a:schemeClr val="bg1">
                  <a:alpha val="5000"/>
                </a:schemeClr>
              </a:gs>
              <a:gs pos="89000">
                <a:schemeClr val="accent1">
                  <a:lumMod val="40000"/>
                  <a:lumOff val="60000"/>
                  <a:alpha val="60000"/>
                </a:schemeClr>
              </a:gs>
            </a:gsLst>
            <a:lin ang="15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ym typeface="+mn-lt"/>
            </a:endParaRPr>
          </a:p>
        </p:txBody>
      </p:sp>
      <p:sp>
        <p:nvSpPr>
          <p:cNvPr id="16" name="矩形: 圆顶角 12"/>
          <p:cNvSpPr/>
          <p:nvPr>
            <p:custDataLst>
              <p:tags r:id="rId4"/>
            </p:custDataLst>
          </p:nvPr>
        </p:nvSpPr>
        <p:spPr>
          <a:xfrm rot="18900000" flipH="1">
            <a:off x="2332990" y="1199515"/>
            <a:ext cx="1979930" cy="3685540"/>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5" name="矩形: 圆顶角 13"/>
          <p:cNvSpPr/>
          <p:nvPr>
            <p:custDataLst>
              <p:tags r:id="rId5"/>
            </p:custDataLst>
          </p:nvPr>
        </p:nvSpPr>
        <p:spPr>
          <a:xfrm rot="8100000" flipH="1">
            <a:off x="2037080" y="2382520"/>
            <a:ext cx="1979930" cy="3736975"/>
          </a:xfrm>
          <a:prstGeom prst="round2SameRect">
            <a:avLst>
              <a:gd name="adj1" fmla="val 50000"/>
              <a:gd name="adj2" fmla="val 0"/>
            </a:avLst>
          </a:prstGeom>
          <a:gradFill flip="none" rotWithShape="1">
            <a:gsLst>
              <a:gs pos="100000">
                <a:schemeClr val="accent6">
                  <a:lumMod val="20000"/>
                  <a:lumOff val="80000"/>
                  <a:alpha val="0"/>
                </a:schemeClr>
              </a:gs>
              <a:gs pos="0">
                <a:schemeClr val="bg1">
                  <a:alpha val="9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4" name="任意多边形: 形状 11"/>
          <p:cNvSpPr/>
          <p:nvPr>
            <p:custDataLst>
              <p:tags r:id="rId6"/>
            </p:custDataLst>
          </p:nvPr>
        </p:nvSpPr>
        <p:spPr>
          <a:xfrm flipH="1">
            <a:off x="10198733" y="0"/>
            <a:ext cx="1490346" cy="840741"/>
          </a:xfrm>
          <a:custGeom>
            <a:avLst/>
            <a:gdLst>
              <a:gd name="connsiteX0" fmla="*/ 1480712 w 1490346"/>
              <a:gd name="connsiteY0" fmla="*/ 0 h 840741"/>
              <a:gd name="connsiteX1" fmla="*/ 9634 w 1490346"/>
              <a:gd name="connsiteY1" fmla="*/ 0 h 840741"/>
              <a:gd name="connsiteX2" fmla="*/ 0 w 1490346"/>
              <a:gd name="connsiteY2" fmla="*/ 95568 h 840741"/>
              <a:gd name="connsiteX3" fmla="*/ 745173 w 1490346"/>
              <a:gd name="connsiteY3" fmla="*/ 840741 h 840741"/>
              <a:gd name="connsiteX4" fmla="*/ 1490346 w 1490346"/>
              <a:gd name="connsiteY4" fmla="*/ 95568 h 840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0346" h="840741">
                <a:moveTo>
                  <a:pt x="1480712" y="0"/>
                </a:moveTo>
                <a:lnTo>
                  <a:pt x="9634" y="0"/>
                </a:lnTo>
                <a:lnTo>
                  <a:pt x="0" y="95568"/>
                </a:lnTo>
                <a:cubicBezTo>
                  <a:pt x="0" y="507116"/>
                  <a:pt x="333625" y="840741"/>
                  <a:pt x="745173" y="840741"/>
                </a:cubicBezTo>
                <a:cubicBezTo>
                  <a:pt x="1156721" y="840741"/>
                  <a:pt x="1490346" y="507116"/>
                  <a:pt x="1490346" y="95568"/>
                </a:cubicBezTo>
                <a:close/>
              </a:path>
            </a:pathLst>
          </a:custGeom>
          <a:gradFill flip="none" rotWithShape="1">
            <a:gsLst>
              <a:gs pos="0">
                <a:schemeClr val="bg1">
                  <a:alpha val="10000"/>
                </a:schemeClr>
              </a:gs>
              <a:gs pos="89000">
                <a:schemeClr val="accent1">
                  <a:alpha val="25000"/>
                </a:schemeClr>
              </a:gs>
            </a:gsLst>
            <a:lin ang="13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cxnSp>
        <p:nvCxnSpPr>
          <p:cNvPr id="22" name="直接连接符 21"/>
          <p:cNvCxnSpPr/>
          <p:nvPr>
            <p:custDataLst>
              <p:tags r:id="rId7"/>
            </p:custDataLst>
          </p:nvPr>
        </p:nvCxnSpPr>
        <p:spPr>
          <a:xfrm>
            <a:off x="1144905" y="60134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custDataLst>
              <p:tags r:id="rId8"/>
            </p:custDataLst>
          </p:nvPr>
        </p:nvCxnSpPr>
        <p:spPr>
          <a:xfrm>
            <a:off x="1144905" y="65976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144905" y="71818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椭圆 11"/>
          <p:cNvSpPr>
            <a:spLocks noChangeAspect="1"/>
          </p:cNvSpPr>
          <p:nvPr>
            <p:custDataLst>
              <p:tags r:id="rId10"/>
            </p:custDataLst>
          </p:nvPr>
        </p:nvSpPr>
        <p:spPr>
          <a:xfrm>
            <a:off x="10654665" y="6252210"/>
            <a:ext cx="107950" cy="10795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椭圆 10"/>
          <p:cNvSpPr>
            <a:spLocks noChangeAspect="1"/>
          </p:cNvSpPr>
          <p:nvPr>
            <p:custDataLst>
              <p:tags r:id="rId11"/>
            </p:custDataLst>
          </p:nvPr>
        </p:nvSpPr>
        <p:spPr>
          <a:xfrm>
            <a:off x="10902315" y="6252210"/>
            <a:ext cx="107950" cy="10795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p:cNvSpPr>
            <a:spLocks noChangeAspect="1"/>
          </p:cNvSpPr>
          <p:nvPr>
            <p:custDataLst>
              <p:tags r:id="rId12"/>
            </p:custDataLst>
          </p:nvPr>
        </p:nvSpPr>
        <p:spPr>
          <a:xfrm>
            <a:off x="10407015" y="6252210"/>
            <a:ext cx="107950" cy="10795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7" name="图片 56" descr="箭头 右"/>
          <p:cNvPicPr>
            <a:picLocks noChangeAspect="1"/>
          </p:cNvPicPr>
          <p:nvPr>
            <p:custDataLst>
              <p:tags r:id="rId13"/>
            </p:custDataLst>
          </p:nvPr>
        </p:nvPicPr>
        <p:blipFill>
          <a:blip r:embed="rId14">
            <a:extLst>
              <a:ext uri="{96DAC541-7B7A-43D3-8B79-37D633B846F1}">
                <asvg:svgBlip xmlns:asvg="http://schemas.microsoft.com/office/drawing/2016/SVG/main" r:embed="rId15"/>
              </a:ext>
            </a:extLst>
          </a:blip>
          <a:stretch>
            <a:fillRect/>
          </a:stretch>
        </p:blipFill>
        <p:spPr>
          <a:xfrm>
            <a:off x="1412875" y="6229350"/>
            <a:ext cx="153670" cy="153670"/>
          </a:xfrm>
          <a:prstGeom prst="rect">
            <a:avLst/>
          </a:prstGeom>
        </p:spPr>
      </p:pic>
      <p:pic>
        <p:nvPicPr>
          <p:cNvPr id="58" name="图片 57" descr="箭头 右"/>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flipH="1">
            <a:off x="1144905" y="6229350"/>
            <a:ext cx="153670" cy="153670"/>
          </a:xfrm>
          <a:prstGeom prst="rect">
            <a:avLst/>
          </a:prstGeom>
        </p:spPr>
      </p:pic>
      <p:sp>
        <p:nvSpPr>
          <p:cNvPr id="9" name="副标题"/>
          <p:cNvSpPr txBox="1">
            <a:spLocks noGrp="1"/>
          </p:cNvSpPr>
          <p:nvPr>
            <p:ph type="body" idx="3" hasCustomPrompt="1"/>
            <p:custDataLst>
              <p:tags r:id="rId19"/>
            </p:custDataLst>
          </p:nvPr>
        </p:nvSpPr>
        <p:spPr>
          <a:xfrm>
            <a:off x="4460086" y="583854"/>
            <a:ext cx="6724805" cy="876899"/>
          </a:xfrm>
          <a:prstGeom prst="rect">
            <a:avLst/>
          </a:prstGeom>
          <a:noFill/>
        </p:spPr>
        <p:txBody>
          <a:bodyPr wrap="square" lIns="0" tIns="0" rIns="0" bIns="0" rtlCol="0" anchor="b">
            <a:normAutofit/>
          </a:bodyPr>
          <a:lstStyle>
            <a:lvl1pPr marL="0" marR="0" algn="r" defTabSz="914400" rtl="0" eaLnBrk="1" fontAlgn="auto" latinLnBrk="0" hangingPunct="1">
              <a:lnSpc>
                <a:spcPct val="100000"/>
              </a:lnSpc>
              <a:buClrTx/>
              <a:buSzTx/>
              <a:buFontTx/>
              <a:buNone/>
              <a:defRPr kumimoji="0" lang="en-US" sz="2200" b="1" i="0" u="none" strike="noStrike" kern="1200" cap="none" spc="0" normalizeH="0" baseline="0" noProof="1" dirty="0">
                <a:gradFill>
                  <a:gsLst>
                    <a:gs pos="7000">
                      <a:schemeClr val="accent1">
                        <a:lumMod val="60000"/>
                        <a:lumOff val="40000"/>
                      </a:schemeClr>
                    </a:gs>
                    <a:gs pos="100000">
                      <a:schemeClr val="accent2">
                        <a:lumMod val="60000"/>
                        <a:lumOff val="40000"/>
                      </a:schemeClr>
                    </a:gs>
                  </a:gsLst>
                  <a:lin ang="7800000" scaled="0"/>
                </a:gradFill>
                <a:latin typeface="+mj-lt"/>
              </a:defRPr>
            </a:lvl1pPr>
          </a:lstStyle>
          <a:p>
            <a:pPr lvl="0" algn="r"/>
            <a:r>
              <a:rPr dirty="0">
                <a:latin typeface="+mj-lt"/>
                <a:sym typeface="+mn-ea"/>
              </a:rPr>
              <a:t>Click to add text</a:t>
            </a:r>
            <a:endParaRPr dirty="0">
              <a:sym typeface="+mn-ea"/>
            </a:endParaRPr>
          </a:p>
        </p:txBody>
      </p:sp>
      <p:sp>
        <p:nvSpPr>
          <p:cNvPr id="8" name="标题"/>
          <p:cNvSpPr txBox="1">
            <a:spLocks noGrp="1"/>
          </p:cNvSpPr>
          <p:nvPr>
            <p:ph type="title" idx="2" hasCustomPrompt="1"/>
            <p:custDataLst>
              <p:tags r:id="rId20"/>
            </p:custDataLst>
          </p:nvPr>
        </p:nvSpPr>
        <p:spPr>
          <a:xfrm>
            <a:off x="4460240" y="1561719"/>
            <a:ext cx="6724650" cy="3353288"/>
          </a:xfrm>
          <a:prstGeom prst="rect">
            <a:avLst/>
          </a:prstGeom>
          <a:noFill/>
        </p:spPr>
        <p:txBody>
          <a:bodyPr wrap="square" lIns="0" tIns="0" rIns="0" bIns="0" rtlCol="0" anchor="t" anchorCtr="0">
            <a:normAutofit/>
          </a:bodyPr>
          <a:lstStyle>
            <a:lvl1pPr marL="0" marR="0" algn="r" defTabSz="914400" rtl="0" eaLnBrk="1" fontAlgn="auto" latinLnBrk="0" hangingPunct="1">
              <a:lnSpc>
                <a:spcPct val="100000"/>
              </a:lnSpc>
              <a:buClrTx/>
              <a:buSzTx/>
              <a:buFontTx/>
              <a:buNone/>
              <a:defRPr kumimoji="0" lang="en-US" sz="5200" b="1" i="0" u="none" strike="noStrike" kern="1200" cap="none" spc="0" normalizeH="0" baseline="0" noProof="1" dirty="0">
                <a:gradFill>
                  <a:gsLst>
                    <a:gs pos="20000">
                      <a:schemeClr val="accent2"/>
                    </a:gs>
                    <a:gs pos="100000">
                      <a:schemeClr val="accent1">
                        <a:lumMod val="60000"/>
                        <a:lumOff val="40000"/>
                      </a:schemeClr>
                    </a:gs>
                  </a:gsLst>
                  <a:lin ang="4800000" scaled="0"/>
                </a:gradFill>
                <a:latin typeface="+mj-lt"/>
              </a:defRPr>
            </a:lvl1pPr>
          </a:lstStyle>
          <a:p>
            <a:pPr lvl="0" algn="r"/>
            <a:r>
              <a:rPr lang="en-US" dirty="0">
                <a:latin typeface="+mj-lt"/>
                <a:sym typeface="+mn-ea"/>
              </a:rPr>
              <a:t>Click to add title</a:t>
            </a:r>
            <a:endParaRPr lang="en-US" dirty="0">
              <a:sym typeface="+mn-ea"/>
            </a:endParaRPr>
          </a:p>
        </p:txBody>
      </p:sp>
      <p:sp>
        <p:nvSpPr>
          <p:cNvPr id="4" name="日期占位符 3"/>
          <p:cNvSpPr>
            <a:spLocks noGrp="1"/>
          </p:cNvSpPr>
          <p:nvPr>
            <p:ph type="dt" sz="half" idx="10"/>
            <p:custDataLst>
              <p:tags r:id="rId21"/>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22"/>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23"/>
            </p:custDataLst>
          </p:nvPr>
        </p:nvSpPr>
        <p:spPr>
          <a:xfrm>
            <a:off x="8610600" y="6356350"/>
            <a:ext cx="2743200" cy="365125"/>
          </a:xfrm>
        </p:spPr>
        <p:txBody>
          <a:bodyPr/>
          <a:lstStyle/>
          <a:p>
            <a:fld id="{565CE74E-AB26-4998-AD42-012C4C1AD076}" type="slidenum">
              <a:rPr lang="en-US" smtClean="0"/>
            </a:fld>
            <a:endParaRPr lang="en-US"/>
          </a:p>
        </p:txBody>
      </p:sp>
      <p:sp>
        <p:nvSpPr>
          <p:cNvPr id="21" name="署名占位符 10"/>
          <p:cNvSpPr>
            <a:spLocks noGrp="1"/>
          </p:cNvSpPr>
          <p:nvPr>
            <p:ph type="body" sz="quarter" idx="17" hasCustomPrompt="1"/>
            <p:custDataLst>
              <p:tags r:id="rId24"/>
            </p:custDataLst>
          </p:nvPr>
        </p:nvSpPr>
        <p:spPr>
          <a:xfrm>
            <a:off x="9240890" y="5051532"/>
            <a:ext cx="1944000" cy="457279"/>
          </a:xfrm>
          <a:prstGeom prst="roundRect">
            <a:avLst>
              <a:gd name="adj" fmla="val 50000"/>
            </a:avLst>
          </a:prstGeom>
          <a:solidFill>
            <a:schemeClr val="accent2"/>
          </a:solidFill>
        </p:spPr>
        <p:txBody>
          <a:bodyPr wrap="square" anchor="ctr">
            <a:normAutofit/>
          </a:bodyPr>
          <a:lstStyle>
            <a:lvl1pPr marL="0" indent="0" algn="ctr">
              <a:lnSpc>
                <a:spcPct val="100000"/>
              </a:lnSpc>
              <a:buNone/>
              <a:defRPr sz="1600" spc="0" baseline="0">
                <a:solidFill>
                  <a:srgbClr val="FFFFFF"/>
                </a:solidFill>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正文"/>
          <p:cNvSpPr txBox="1">
            <a:spLocks noGrp="1"/>
          </p:cNvSpPr>
          <p:nvPr>
            <p:ph idx="6" hasCustomPrompt="1"/>
            <p:custDataLst>
              <p:tags r:id="rId3"/>
            </p:custDataLst>
          </p:nvPr>
        </p:nvSpPr>
        <p:spPr>
          <a:xfrm>
            <a:off x="608400" y="1490400"/>
            <a:ext cx="10969200" cy="4759200"/>
          </a:xfrm>
          <a:prstGeom prst="rect">
            <a:avLst/>
          </a:prstGeom>
          <a:ln>
            <a:noFill/>
            <a:prstDash val="sysDash"/>
          </a:ln>
        </p:spPr>
        <p:txBody>
          <a:bodyPr vert="horz" lIns="90000" tIns="46800" rIns="90000" bIns="46800" rtlCol="0">
            <a:normAutofit/>
          </a:bodyPr>
          <a:lstStyle>
            <a:defPPr>
              <a:defRPr lang="en-US">
                <a:latin typeface="+mn-lt"/>
              </a:defRPr>
            </a:defPPr>
            <a:lvl1pPr marL="228600" marR="0" lvl="0" indent="-228600" algn="l" defTabSz="914400" rtl="0" eaLnBrk="1" fontAlgn="auto" latinLnBrk="0" hangingPunct="1">
              <a:lnSpc>
                <a:spcPct val="130000"/>
              </a:lnSpc>
              <a:spcBef>
                <a:spcPts val="1200"/>
              </a:spcBef>
              <a:spcAft>
                <a:spcPts val="0"/>
              </a:spcAft>
              <a:buClr>
                <a:schemeClr val="accent1"/>
              </a:buClr>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85000"/>
                    <a:lumOff val="15000"/>
                  </a:schemeClr>
                </a:solidFill>
                <a:uFillTx/>
                <a:latin typeface="+mn-lt"/>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mn-lt"/>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mn-lt"/>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mn-lt"/>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buClr>
                <a:schemeClr val="accent1"/>
              </a:buClr>
            </a:pPr>
            <a:r>
              <a:rPr dirty="0">
                <a:latin typeface="+mn-lt"/>
                <a:sym typeface="+mn-ea"/>
              </a:rPr>
              <a:t>Click to add text</a:t>
            </a:r>
            <a:endParaRPr dirty="0">
              <a:sym typeface="+mn-ea"/>
            </a:endParaRPr>
          </a:p>
        </p:txBody>
      </p:sp>
      <p:sp>
        <p:nvSpPr>
          <p:cNvPr id="11" name="标题"/>
          <p:cNvSpPr txBox="1">
            <a:spLocks noGrp="1"/>
          </p:cNvSpPr>
          <p:nvPr>
            <p:ph type="title" idx="5" hasCustomPrompt="1"/>
            <p:custDataLst>
              <p:tags r:id="rId4"/>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r>
              <a:rPr dirty="0">
                <a:latin typeface="+mj-lt"/>
                <a:sym typeface="+mn-ea"/>
              </a:rPr>
              <a:t>Click to add title</a:t>
            </a:r>
            <a:endParaRPr dirty="0">
              <a:sym typeface="+mn-ea"/>
            </a:endParaRPr>
          </a:p>
        </p:txBody>
      </p:sp>
      <p:cxnSp>
        <p:nvCxnSpPr>
          <p:cNvPr id="10" name="直接连接符 9"/>
          <p:cNvCxnSpPr/>
          <p:nvPr>
            <p:custDataLst>
              <p:tags r:id="rId5"/>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6"/>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7"/>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矩形: 圆顶角 12"/>
          <p:cNvSpPr/>
          <p:nvPr>
            <p:custDataLst>
              <p:tags r:id="rId8"/>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4" name="日期占位符 3"/>
          <p:cNvSpPr>
            <a:spLocks noGrp="1"/>
          </p:cNvSpPr>
          <p:nvPr>
            <p:ph type="dt" sz="half" idx="10"/>
            <p:custDataLst>
              <p:tags r:id="rId9"/>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10"/>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11"/>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Catalog Slide">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9" name="任意多边形: 形状 4"/>
          <p:cNvSpPr/>
          <p:nvPr>
            <p:custDataLst>
              <p:tags r:id="rId3"/>
            </p:custDataLst>
          </p:nvPr>
        </p:nvSpPr>
        <p:spPr>
          <a:xfrm flipH="1">
            <a:off x="10275568" y="0"/>
            <a:ext cx="1490346" cy="840741"/>
          </a:xfrm>
          <a:custGeom>
            <a:avLst/>
            <a:gdLst>
              <a:gd name="connsiteX0" fmla="*/ 1480712 w 1490346"/>
              <a:gd name="connsiteY0" fmla="*/ 0 h 840741"/>
              <a:gd name="connsiteX1" fmla="*/ 9634 w 1490346"/>
              <a:gd name="connsiteY1" fmla="*/ 0 h 840741"/>
              <a:gd name="connsiteX2" fmla="*/ 0 w 1490346"/>
              <a:gd name="connsiteY2" fmla="*/ 95568 h 840741"/>
              <a:gd name="connsiteX3" fmla="*/ 745173 w 1490346"/>
              <a:gd name="connsiteY3" fmla="*/ 840741 h 840741"/>
              <a:gd name="connsiteX4" fmla="*/ 1490346 w 1490346"/>
              <a:gd name="connsiteY4" fmla="*/ 95568 h 840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0346" h="840741">
                <a:moveTo>
                  <a:pt x="1480712" y="0"/>
                </a:moveTo>
                <a:lnTo>
                  <a:pt x="9634" y="0"/>
                </a:lnTo>
                <a:lnTo>
                  <a:pt x="0" y="95568"/>
                </a:lnTo>
                <a:cubicBezTo>
                  <a:pt x="0" y="507116"/>
                  <a:pt x="333625" y="840741"/>
                  <a:pt x="745173" y="840741"/>
                </a:cubicBezTo>
                <a:cubicBezTo>
                  <a:pt x="1156721" y="840741"/>
                  <a:pt x="1490346" y="507116"/>
                  <a:pt x="1490346" y="95568"/>
                </a:cubicBezTo>
                <a:close/>
              </a:path>
            </a:pathLst>
          </a:custGeom>
          <a:gradFill flip="none" rotWithShape="1">
            <a:gsLst>
              <a:gs pos="0">
                <a:schemeClr val="bg1">
                  <a:alpha val="10000"/>
                </a:schemeClr>
              </a:gs>
              <a:gs pos="89000">
                <a:schemeClr val="accent1">
                  <a:alpha val="25000"/>
                </a:schemeClr>
              </a:gs>
            </a:gsLst>
            <a:lin ang="13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cxnSp>
        <p:nvCxnSpPr>
          <p:cNvPr id="22" name="直接连接符 21"/>
          <p:cNvCxnSpPr/>
          <p:nvPr>
            <p:custDataLst>
              <p:tags r:id="rId4"/>
            </p:custDataLst>
          </p:nvPr>
        </p:nvCxnSpPr>
        <p:spPr>
          <a:xfrm>
            <a:off x="1144905" y="60134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custDataLst>
              <p:tags r:id="rId5"/>
            </p:custDataLst>
          </p:nvPr>
        </p:nvCxnSpPr>
        <p:spPr>
          <a:xfrm>
            <a:off x="1144905" y="65976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6"/>
            </p:custDataLst>
          </p:nvPr>
        </p:nvCxnSpPr>
        <p:spPr>
          <a:xfrm>
            <a:off x="1144905" y="71818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矩形: 圆顶角 12"/>
          <p:cNvSpPr/>
          <p:nvPr>
            <p:custDataLst>
              <p:tags r:id="rId7"/>
            </p:custDataLst>
          </p:nvPr>
        </p:nvSpPr>
        <p:spPr>
          <a:xfrm rot="16200000" flipH="1">
            <a:off x="1751330" y="2410460"/>
            <a:ext cx="1711325" cy="31845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8" name="矩形: 圆顶角 13"/>
          <p:cNvSpPr/>
          <p:nvPr>
            <p:custDataLst>
              <p:tags r:id="rId8"/>
            </p:custDataLst>
          </p:nvPr>
        </p:nvSpPr>
        <p:spPr>
          <a:xfrm rot="5400000" flipH="1">
            <a:off x="2086610" y="3187065"/>
            <a:ext cx="1711325" cy="3228975"/>
          </a:xfrm>
          <a:prstGeom prst="round2SameRect">
            <a:avLst>
              <a:gd name="adj1" fmla="val 50000"/>
              <a:gd name="adj2" fmla="val 0"/>
            </a:avLst>
          </a:prstGeom>
          <a:gradFill flip="none" rotWithShape="1">
            <a:gsLst>
              <a:gs pos="100000">
                <a:schemeClr val="accent6">
                  <a:lumMod val="20000"/>
                  <a:lumOff val="80000"/>
                  <a:alpha val="0"/>
                </a:schemeClr>
              </a:gs>
              <a:gs pos="0">
                <a:schemeClr val="bg1">
                  <a:alpha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 name="标题"/>
          <p:cNvSpPr txBox="1">
            <a:spLocks noGrp="1"/>
          </p:cNvSpPr>
          <p:nvPr>
            <p:ph type="title" idx="1" hasCustomPrompt="1"/>
            <p:custDataLst>
              <p:tags r:id="rId9"/>
            </p:custDataLst>
          </p:nvPr>
        </p:nvSpPr>
        <p:spPr>
          <a:xfrm>
            <a:off x="1739264" y="1067435"/>
            <a:ext cx="4524597" cy="907415"/>
          </a:xfrm>
          <a:prstGeom prst="rect">
            <a:avLst/>
          </a:prstGeom>
          <a:noFill/>
        </p:spPr>
        <p:txBody>
          <a:bodyPr wrap="square" lIns="0" tIns="0" rIns="0" bIns="0" rtlCol="0" anchor="ctr">
            <a:normAutofit/>
          </a:bodyPr>
          <a:lstStyle>
            <a:lvl1pPr marL="0" marR="0" algn="l" defTabSz="914400" rtl="0" eaLnBrk="1" fontAlgn="auto" latinLnBrk="0" hangingPunct="1">
              <a:lnSpc>
                <a:spcPct val="100000"/>
              </a:lnSpc>
              <a:buClrTx/>
              <a:buSzTx/>
              <a:buFontTx/>
              <a:buNone/>
              <a:defRPr kumimoji="0" lang="en-US" sz="5400" b="1" i="0" u="none" strike="noStrike" kern="1200" cap="none" spc="0" normalizeH="0" baseline="0" noProof="1" dirty="0">
                <a:solidFill>
                  <a:schemeClr val="accent2"/>
                </a:solidFill>
                <a:latin typeface="+mj-lt"/>
              </a:defRPr>
            </a:lvl1pPr>
          </a:lstStyle>
          <a:p>
            <a:pPr lvl="0"/>
            <a:r>
              <a:rPr dirty="0">
                <a:latin typeface="+mj-lt"/>
                <a:sym typeface="+mn-ea"/>
              </a:rPr>
              <a:t>Click to add title</a:t>
            </a:r>
            <a:endParaRPr dirty="0">
              <a:sym typeface="+mn-ea"/>
            </a:endParaRPr>
          </a:p>
        </p:txBody>
      </p:sp>
      <p:sp>
        <p:nvSpPr>
          <p:cNvPr id="3" name="日期占位符 2"/>
          <p:cNvSpPr>
            <a:spLocks noGrp="1"/>
          </p:cNvSpPr>
          <p:nvPr>
            <p:ph type="dt" sz="half" idx="10"/>
            <p:custDataLst>
              <p:tags r:id="rId10"/>
            </p:custDataLst>
          </p:nvPr>
        </p:nvSpPr>
        <p:spPr>
          <a:xfrm>
            <a:off x="838200" y="6356350"/>
            <a:ext cx="2743200" cy="365125"/>
          </a:xfrm>
        </p:spPr>
        <p:txBody>
          <a:bodyPr/>
          <a:lstStyle/>
          <a:p>
            <a:r>
              <a:rPr lang="en-US"/>
              <a:t>Date Area</a:t>
            </a:r>
            <a:endParaRPr lang="en-US"/>
          </a:p>
        </p:txBody>
      </p:sp>
      <p:sp>
        <p:nvSpPr>
          <p:cNvPr id="4" name="页脚占位符 3"/>
          <p:cNvSpPr>
            <a:spLocks noGrp="1"/>
          </p:cNvSpPr>
          <p:nvPr>
            <p:ph type="ftr" sz="quarter" idx="11"/>
            <p:custDataLst>
              <p:tags r:id="rId11"/>
            </p:custDataLst>
          </p:nvPr>
        </p:nvSpPr>
        <p:spPr>
          <a:xfrm>
            <a:off x="4038600" y="6356350"/>
            <a:ext cx="4114800" cy="365125"/>
          </a:xfrm>
        </p:spPr>
        <p:txBody>
          <a:bodyPr/>
          <a:lstStyle/>
          <a:p>
            <a:endParaRPr lang="en-US"/>
          </a:p>
        </p:txBody>
      </p:sp>
      <p:sp>
        <p:nvSpPr>
          <p:cNvPr id="5" name="灯片编号占位符 4"/>
          <p:cNvSpPr>
            <a:spLocks noGrp="1"/>
          </p:cNvSpPr>
          <p:nvPr>
            <p:ph type="sldNum" sz="quarter" idx="12"/>
            <p:custDataLst>
              <p:tags r:id="rId12"/>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82" name="椭圆 81"/>
          <p:cNvSpPr>
            <a:spLocks noChangeAspect="1"/>
          </p:cNvSpPr>
          <p:nvPr>
            <p:custDataLst>
              <p:tags r:id="rId3"/>
            </p:custDataLst>
          </p:nvPr>
        </p:nvSpPr>
        <p:spPr>
          <a:xfrm flipH="1">
            <a:off x="7226300" y="2954655"/>
            <a:ext cx="1763395" cy="1763395"/>
          </a:xfrm>
          <a:prstGeom prst="ellipse">
            <a:avLst/>
          </a:prstGeom>
          <a:gradFill flip="none" rotWithShape="1">
            <a:gsLst>
              <a:gs pos="0">
                <a:schemeClr val="bg1">
                  <a:alpha val="5000"/>
                </a:schemeClr>
              </a:gs>
              <a:gs pos="89000">
                <a:schemeClr val="accent1">
                  <a:lumMod val="40000"/>
                  <a:lumOff val="60000"/>
                  <a:alpha val="60000"/>
                </a:schemeClr>
              </a:gs>
            </a:gsLst>
            <a:lin ang="15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ym typeface="+mn-lt"/>
            </a:endParaRPr>
          </a:p>
        </p:txBody>
      </p:sp>
      <p:sp>
        <p:nvSpPr>
          <p:cNvPr id="15" name="矩形: 圆顶角 12"/>
          <p:cNvSpPr/>
          <p:nvPr>
            <p:custDataLst>
              <p:tags r:id="rId4"/>
            </p:custDataLst>
          </p:nvPr>
        </p:nvSpPr>
        <p:spPr>
          <a:xfrm flipH="1">
            <a:off x="2816225" y="1450340"/>
            <a:ext cx="1893570" cy="3524250"/>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4" name="矩形: 圆顶角 13"/>
          <p:cNvSpPr/>
          <p:nvPr>
            <p:custDataLst>
              <p:tags r:id="rId5"/>
            </p:custDataLst>
          </p:nvPr>
        </p:nvSpPr>
        <p:spPr>
          <a:xfrm rot="10800000" flipH="1">
            <a:off x="1900555" y="1906270"/>
            <a:ext cx="1893570" cy="3573145"/>
          </a:xfrm>
          <a:prstGeom prst="round2SameRect">
            <a:avLst>
              <a:gd name="adj1" fmla="val 50000"/>
              <a:gd name="adj2" fmla="val 0"/>
            </a:avLst>
          </a:prstGeom>
          <a:gradFill flip="none" rotWithShape="1">
            <a:gsLst>
              <a:gs pos="95000">
                <a:schemeClr val="accent6">
                  <a:lumMod val="20000"/>
                  <a:lumOff val="80000"/>
                  <a:alpha val="0"/>
                </a:schemeClr>
              </a:gs>
              <a:gs pos="0">
                <a:schemeClr val="bg1">
                  <a:alpha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3" name="任意多边形: 形状 9"/>
          <p:cNvSpPr/>
          <p:nvPr>
            <p:custDataLst>
              <p:tags r:id="rId6"/>
            </p:custDataLst>
          </p:nvPr>
        </p:nvSpPr>
        <p:spPr>
          <a:xfrm flipH="1">
            <a:off x="10156823" y="0"/>
            <a:ext cx="1490346" cy="840741"/>
          </a:xfrm>
          <a:custGeom>
            <a:avLst/>
            <a:gdLst>
              <a:gd name="connsiteX0" fmla="*/ 1480712 w 1490346"/>
              <a:gd name="connsiteY0" fmla="*/ 0 h 840741"/>
              <a:gd name="connsiteX1" fmla="*/ 9634 w 1490346"/>
              <a:gd name="connsiteY1" fmla="*/ 0 h 840741"/>
              <a:gd name="connsiteX2" fmla="*/ 0 w 1490346"/>
              <a:gd name="connsiteY2" fmla="*/ 95568 h 840741"/>
              <a:gd name="connsiteX3" fmla="*/ 745173 w 1490346"/>
              <a:gd name="connsiteY3" fmla="*/ 840741 h 840741"/>
              <a:gd name="connsiteX4" fmla="*/ 1490346 w 1490346"/>
              <a:gd name="connsiteY4" fmla="*/ 95568 h 840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0346" h="840741">
                <a:moveTo>
                  <a:pt x="1480712" y="0"/>
                </a:moveTo>
                <a:lnTo>
                  <a:pt x="9634" y="0"/>
                </a:lnTo>
                <a:lnTo>
                  <a:pt x="0" y="95568"/>
                </a:lnTo>
                <a:cubicBezTo>
                  <a:pt x="0" y="507116"/>
                  <a:pt x="333625" y="840741"/>
                  <a:pt x="745173" y="840741"/>
                </a:cubicBezTo>
                <a:cubicBezTo>
                  <a:pt x="1156721" y="840741"/>
                  <a:pt x="1490346" y="507116"/>
                  <a:pt x="1490346" y="95568"/>
                </a:cubicBezTo>
                <a:close/>
              </a:path>
            </a:pathLst>
          </a:custGeom>
          <a:gradFill flip="none" rotWithShape="1">
            <a:gsLst>
              <a:gs pos="0">
                <a:schemeClr val="bg1">
                  <a:alpha val="10000"/>
                </a:schemeClr>
              </a:gs>
              <a:gs pos="89000">
                <a:schemeClr val="accent1">
                  <a:alpha val="25000"/>
                </a:schemeClr>
              </a:gs>
            </a:gsLst>
            <a:lin ang="13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cxnSp>
        <p:nvCxnSpPr>
          <p:cNvPr id="22" name="直接连接符 21"/>
          <p:cNvCxnSpPr/>
          <p:nvPr>
            <p:custDataLst>
              <p:tags r:id="rId7"/>
            </p:custDataLst>
          </p:nvPr>
        </p:nvCxnSpPr>
        <p:spPr>
          <a:xfrm>
            <a:off x="1144905" y="60134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custDataLst>
              <p:tags r:id="rId8"/>
            </p:custDataLst>
          </p:nvPr>
        </p:nvCxnSpPr>
        <p:spPr>
          <a:xfrm>
            <a:off x="1144905" y="65976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1144905" y="71818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椭圆 10"/>
          <p:cNvSpPr>
            <a:spLocks noChangeAspect="1"/>
          </p:cNvSpPr>
          <p:nvPr>
            <p:custDataLst>
              <p:tags r:id="rId10"/>
            </p:custDataLst>
          </p:nvPr>
        </p:nvSpPr>
        <p:spPr>
          <a:xfrm>
            <a:off x="10348595" y="6252210"/>
            <a:ext cx="107950" cy="10795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p:cNvSpPr>
            <a:spLocks noChangeAspect="1"/>
          </p:cNvSpPr>
          <p:nvPr>
            <p:custDataLst>
              <p:tags r:id="rId11"/>
            </p:custDataLst>
          </p:nvPr>
        </p:nvSpPr>
        <p:spPr>
          <a:xfrm>
            <a:off x="10596245" y="6252210"/>
            <a:ext cx="107950" cy="10795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椭圆 8"/>
          <p:cNvSpPr>
            <a:spLocks noChangeAspect="1"/>
          </p:cNvSpPr>
          <p:nvPr>
            <p:custDataLst>
              <p:tags r:id="rId12"/>
            </p:custDataLst>
          </p:nvPr>
        </p:nvSpPr>
        <p:spPr>
          <a:xfrm>
            <a:off x="10100945" y="6252210"/>
            <a:ext cx="107950" cy="10795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7" name="图片 56" descr="箭头 右"/>
          <p:cNvPicPr>
            <a:picLocks noChangeAspect="1"/>
          </p:cNvPicPr>
          <p:nvPr>
            <p:custDataLst>
              <p:tags r:id="rId13"/>
            </p:custDataLst>
          </p:nvPr>
        </p:nvPicPr>
        <p:blipFill>
          <a:blip r:embed="rId14">
            <a:extLst>
              <a:ext uri="{96DAC541-7B7A-43D3-8B79-37D633B846F1}">
                <asvg:svgBlip xmlns:asvg="http://schemas.microsoft.com/office/drawing/2016/SVG/main" r:embed="rId15"/>
              </a:ext>
            </a:extLst>
          </a:blip>
          <a:stretch>
            <a:fillRect/>
          </a:stretch>
        </p:blipFill>
        <p:spPr>
          <a:xfrm>
            <a:off x="1412875" y="6229350"/>
            <a:ext cx="153670" cy="153670"/>
          </a:xfrm>
          <a:prstGeom prst="rect">
            <a:avLst/>
          </a:prstGeom>
        </p:spPr>
      </p:pic>
      <p:pic>
        <p:nvPicPr>
          <p:cNvPr id="58" name="图片 57" descr="箭头 右"/>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flipH="1">
            <a:off x="1144905" y="6229350"/>
            <a:ext cx="153670" cy="153670"/>
          </a:xfrm>
          <a:prstGeom prst="rect">
            <a:avLst/>
          </a:prstGeom>
        </p:spPr>
      </p:pic>
      <p:sp>
        <p:nvSpPr>
          <p:cNvPr id="8" name="标题"/>
          <p:cNvSpPr txBox="1">
            <a:spLocks noGrp="1"/>
          </p:cNvSpPr>
          <p:nvPr>
            <p:ph type="title" idx="2" hasCustomPrompt="1"/>
            <p:custDataLst>
              <p:tags r:id="rId19"/>
            </p:custDataLst>
          </p:nvPr>
        </p:nvSpPr>
        <p:spPr>
          <a:xfrm>
            <a:off x="4709795" y="2879090"/>
            <a:ext cx="6257925" cy="3349625"/>
          </a:xfrm>
          <a:prstGeom prst="rect">
            <a:avLst/>
          </a:prstGeom>
          <a:noFill/>
        </p:spPr>
        <p:txBody>
          <a:bodyPr wrap="square" lIns="0" tIns="0" rIns="0" bIns="0" rtlCol="0" anchor="t">
            <a:normAutofit/>
          </a:bodyPr>
          <a:lstStyle>
            <a:lvl1pPr marL="0" marR="0" algn="r" defTabSz="914400" rtl="0" eaLnBrk="1" fontAlgn="auto" latinLnBrk="0" hangingPunct="1">
              <a:lnSpc>
                <a:spcPct val="100000"/>
              </a:lnSpc>
              <a:buClrTx/>
              <a:buSzTx/>
              <a:buFontTx/>
              <a:buNone/>
              <a:defRPr kumimoji="0" lang="en-US" sz="6000" b="1" i="0" u="none" strike="noStrike" kern="1200" cap="none" spc="0" normalizeH="0" baseline="0" noProof="1" dirty="0">
                <a:gradFill>
                  <a:gsLst>
                    <a:gs pos="20000">
                      <a:schemeClr val="accent2"/>
                    </a:gs>
                    <a:gs pos="100000">
                      <a:schemeClr val="accent1">
                        <a:lumMod val="60000"/>
                        <a:lumOff val="40000"/>
                      </a:schemeClr>
                    </a:gs>
                  </a:gsLst>
                  <a:lin ang="4800000" scaled="0"/>
                </a:gradFill>
                <a:latin typeface="+mj-lt"/>
              </a:defRPr>
            </a:lvl1pPr>
          </a:lstStyle>
          <a:p>
            <a:pPr lvl="0" algn="r"/>
            <a:r>
              <a:rPr lang="en-US" dirty="0">
                <a:latin typeface="+mj-lt"/>
                <a:sym typeface="+mn-ea"/>
              </a:rPr>
              <a:t>Click to add title</a:t>
            </a:r>
            <a:endParaRPr dirty="0">
              <a:sym typeface="+mn-ea"/>
            </a:endParaRPr>
          </a:p>
        </p:txBody>
      </p:sp>
      <p:sp>
        <p:nvSpPr>
          <p:cNvPr id="7" name="节编号"/>
          <p:cNvSpPr txBox="1">
            <a:spLocks noGrp="1"/>
          </p:cNvSpPr>
          <p:nvPr>
            <p:ph type="body" idx="1" hasCustomPrompt="1"/>
            <p:custDataLst>
              <p:tags r:id="rId20"/>
            </p:custDataLst>
          </p:nvPr>
        </p:nvSpPr>
        <p:spPr>
          <a:xfrm>
            <a:off x="6238875" y="1652270"/>
            <a:ext cx="4728845" cy="1151890"/>
          </a:xfrm>
          <a:prstGeom prst="rect">
            <a:avLst/>
          </a:prstGeom>
          <a:noFill/>
        </p:spPr>
        <p:txBody>
          <a:bodyPr wrap="none" lIns="0" tIns="0" rIns="0" bIns="0" rtlCol="0" anchor="b" anchorCtr="0">
            <a:normAutofit/>
          </a:bodyPr>
          <a:lstStyle>
            <a:lvl1pPr marL="0" marR="0" algn="r" defTabSz="914400" rtl="0" eaLnBrk="1" fontAlgn="auto" latinLnBrk="0" hangingPunct="1">
              <a:lnSpc>
                <a:spcPct val="120000"/>
              </a:lnSpc>
              <a:buClrTx/>
              <a:buSzTx/>
              <a:buFontTx/>
              <a:buNone/>
              <a:defRPr kumimoji="0" lang="en-US" sz="4400" b="0" i="0" u="none" strike="noStrike" kern="1200" cap="none" spc="0" normalizeH="0" baseline="0" noProof="1" dirty="0">
                <a:gradFill>
                  <a:gsLst>
                    <a:gs pos="7000">
                      <a:schemeClr val="accent1">
                        <a:lumMod val="60000"/>
                        <a:lumOff val="40000"/>
                      </a:schemeClr>
                    </a:gs>
                    <a:gs pos="100000">
                      <a:schemeClr val="accent2">
                        <a:lumMod val="60000"/>
                        <a:lumOff val="40000"/>
                      </a:schemeClr>
                    </a:gs>
                  </a:gsLst>
                  <a:lin ang="7800000" scaled="0"/>
                </a:gradFill>
                <a:latin typeface="+mn-lt"/>
              </a:defRPr>
            </a:lvl1pPr>
          </a:lstStyle>
          <a:p>
            <a:pPr lvl="0" algn="r">
              <a:lnSpc>
                <a:spcPct val="120000"/>
              </a:lnSpc>
            </a:pPr>
            <a:r>
              <a:rPr dirty="0">
                <a:latin typeface="+mn-lt"/>
                <a:sym typeface="+mn-ea"/>
              </a:rPr>
              <a:t>Click to add text</a:t>
            </a:r>
            <a:endParaRPr dirty="0">
              <a:sym typeface="+mn-ea"/>
            </a:endParaRPr>
          </a:p>
        </p:txBody>
      </p:sp>
      <p:sp>
        <p:nvSpPr>
          <p:cNvPr id="4" name="日期占位符 3"/>
          <p:cNvSpPr>
            <a:spLocks noGrp="1"/>
          </p:cNvSpPr>
          <p:nvPr>
            <p:ph type="dt" sz="half" idx="10"/>
            <p:custDataLst>
              <p:tags r:id="rId21"/>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22"/>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23"/>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1" name="正文"/>
          <p:cNvSpPr txBox="1">
            <a:spLocks noGrp="1"/>
          </p:cNvSpPr>
          <p:nvPr>
            <p:ph idx="7" hasCustomPrompt="1"/>
            <p:custDataLst>
              <p:tags r:id="rId3"/>
            </p:custDataLst>
          </p:nvPr>
        </p:nvSpPr>
        <p:spPr>
          <a:xfrm>
            <a:off x="6400805" y="1490357"/>
            <a:ext cx="5176800" cy="4759236"/>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latin typeface="+mn-lt"/>
                <a:sym typeface="+mn-ea"/>
              </a:rPr>
              <a:t>Click to add text</a:t>
            </a:r>
            <a:endParaRPr dirty="0">
              <a:sym typeface="+mn-ea"/>
            </a:endParaRPr>
          </a:p>
        </p:txBody>
      </p:sp>
      <p:sp>
        <p:nvSpPr>
          <p:cNvPr id="9" name="正文"/>
          <p:cNvSpPr txBox="1">
            <a:spLocks noGrp="1"/>
          </p:cNvSpPr>
          <p:nvPr>
            <p:ph idx="6" hasCustomPrompt="1"/>
            <p:custDataLst>
              <p:tags r:id="rId4"/>
            </p:custDataLst>
          </p:nvPr>
        </p:nvSpPr>
        <p:spPr>
          <a:xfrm>
            <a:off x="608400" y="1490357"/>
            <a:ext cx="5176800" cy="4759236"/>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latin typeface="+mn-lt"/>
                <a:sym typeface="+mn-ea"/>
              </a:rPr>
              <a:t>Click to add text</a:t>
            </a:r>
            <a:endParaRPr dirty="0">
              <a:sym typeface="+mn-ea"/>
            </a:endParaRPr>
          </a:p>
        </p:txBody>
      </p:sp>
      <p:sp>
        <p:nvSpPr>
          <p:cNvPr id="8" name="标题"/>
          <p:cNvSpPr txBox="1">
            <a:spLocks noGrp="1"/>
          </p:cNvSpPr>
          <p:nvPr>
            <p:ph type="title" idx="5" hasCustomPrompt="1"/>
            <p:custDataLst>
              <p:tags r:id="rId5"/>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r>
              <a:rPr dirty="0">
                <a:latin typeface="+mj-lt"/>
                <a:sym typeface="+mn-ea"/>
              </a:rPr>
              <a:t>Click to add title</a:t>
            </a:r>
            <a:endParaRPr dirty="0">
              <a:sym typeface="+mn-ea"/>
            </a:endParaRPr>
          </a:p>
        </p:txBody>
      </p:sp>
      <p:sp>
        <p:nvSpPr>
          <p:cNvPr id="10" name="矩形: 圆顶角 12"/>
          <p:cNvSpPr/>
          <p:nvPr>
            <p:custDataLst>
              <p:tags r:id="rId6"/>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cxnSp>
        <p:nvCxnSpPr>
          <p:cNvPr id="15" name="直接连接符 14"/>
          <p:cNvCxnSpPr/>
          <p:nvPr>
            <p:custDataLst>
              <p:tags r:id="rId7"/>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8"/>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9"/>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日期占位符 4"/>
          <p:cNvSpPr>
            <a:spLocks noGrp="1"/>
          </p:cNvSpPr>
          <p:nvPr>
            <p:ph type="dt" sz="half" idx="10"/>
            <p:custDataLst>
              <p:tags r:id="rId10"/>
            </p:custDataLst>
          </p:nvPr>
        </p:nvSpPr>
        <p:spPr>
          <a:xfrm>
            <a:off x="838200" y="6356350"/>
            <a:ext cx="2743200" cy="365125"/>
          </a:xfrm>
        </p:spPr>
        <p:txBody>
          <a:bodyPr/>
          <a:lstStyle/>
          <a:p>
            <a:r>
              <a:rPr lang="en-US"/>
              <a:t>Date Area</a:t>
            </a:r>
            <a:endParaRPr lang="en-US"/>
          </a:p>
        </p:txBody>
      </p:sp>
      <p:sp>
        <p:nvSpPr>
          <p:cNvPr id="6" name="页脚占位符 5"/>
          <p:cNvSpPr>
            <a:spLocks noGrp="1"/>
          </p:cNvSpPr>
          <p:nvPr>
            <p:ph type="ftr" sz="quarter" idx="11"/>
            <p:custDataLst>
              <p:tags r:id="rId11"/>
            </p:custDataLst>
          </p:nvPr>
        </p:nvSpPr>
        <p:spPr>
          <a:xfrm>
            <a:off x="4038600" y="6356350"/>
            <a:ext cx="4114800" cy="365125"/>
          </a:xfrm>
        </p:spPr>
        <p:txBody>
          <a:bodyPr/>
          <a:lstStyle/>
          <a:p>
            <a:endParaRPr lang="en-US"/>
          </a:p>
        </p:txBody>
      </p:sp>
      <p:sp>
        <p:nvSpPr>
          <p:cNvPr id="7" name="灯片编号占位符 6"/>
          <p:cNvSpPr>
            <a:spLocks noGrp="1"/>
          </p:cNvSpPr>
          <p:nvPr>
            <p:ph type="sldNum" sz="quarter" idx="12"/>
            <p:custDataLst>
              <p:tags r:id="rId12"/>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8" name="正文"/>
          <p:cNvSpPr txBox="1">
            <a:spLocks noGrp="1"/>
          </p:cNvSpPr>
          <p:nvPr>
            <p:ph idx="9" hasCustomPrompt="1"/>
            <p:custDataLst>
              <p:tags r:id="rId3"/>
            </p:custDataLst>
          </p:nvPr>
        </p:nvSpPr>
        <p:spPr>
          <a:xfrm>
            <a:off x="6235200" y="1854000"/>
            <a:ext cx="5342400"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latin typeface="+mn-lt"/>
                <a:sym typeface="+mn-ea"/>
              </a:rPr>
              <a:t>Click to add text</a:t>
            </a:r>
            <a:endParaRPr dirty="0">
              <a:sym typeface="+mn-ea"/>
            </a:endParaRPr>
          </a:p>
        </p:txBody>
      </p:sp>
      <p:sp>
        <p:nvSpPr>
          <p:cNvPr id="14" name="标题"/>
          <p:cNvSpPr txBox="1">
            <a:spLocks noGrp="1"/>
          </p:cNvSpPr>
          <p:nvPr>
            <p:ph type="title" idx="8" hasCustomPrompt="1"/>
            <p:custDataLst>
              <p:tags r:id="rId4"/>
            </p:custDataLst>
          </p:nvPr>
        </p:nvSpPr>
        <p:spPr>
          <a:xfrm>
            <a:off x="6235200" y="1429200"/>
            <a:ext cx="5342400" cy="40011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2000" b="1" i="0" u="none" strike="noStrike" kern="1200" cap="none" spc="0" normalizeH="0" baseline="0" noProof="1" dirty="0">
                <a:solidFill>
                  <a:schemeClr val="tx1">
                    <a:lumMod val="85000"/>
                    <a:lumOff val="15000"/>
                  </a:schemeClr>
                </a:solidFill>
                <a:latin typeface="+mj-lt"/>
              </a:defRPr>
            </a:lvl1pPr>
          </a:lstStyle>
          <a:p>
            <a:pPr lvl="0"/>
            <a:r>
              <a:rPr dirty="0">
                <a:latin typeface="+mj-lt"/>
                <a:sym typeface="+mn-ea"/>
              </a:rPr>
              <a:t>Click to add title</a:t>
            </a:r>
            <a:endParaRPr dirty="0">
              <a:sym typeface="+mn-ea"/>
            </a:endParaRPr>
          </a:p>
        </p:txBody>
      </p:sp>
      <p:sp>
        <p:nvSpPr>
          <p:cNvPr id="13" name="正文"/>
          <p:cNvSpPr txBox="1">
            <a:spLocks noGrp="1"/>
          </p:cNvSpPr>
          <p:nvPr>
            <p:ph idx="7" hasCustomPrompt="1"/>
            <p:custDataLst>
              <p:tags r:id="rId5"/>
            </p:custDataLst>
          </p:nvPr>
        </p:nvSpPr>
        <p:spPr>
          <a:xfrm>
            <a:off x="608400" y="1854000"/>
            <a:ext cx="5342400"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latin typeface="+mn-lt"/>
                <a:sym typeface="+mn-ea"/>
              </a:rPr>
              <a:t>Click to add text</a:t>
            </a:r>
            <a:endParaRPr dirty="0">
              <a:sym typeface="+mn-ea"/>
            </a:endParaRPr>
          </a:p>
        </p:txBody>
      </p:sp>
      <p:sp>
        <p:nvSpPr>
          <p:cNvPr id="12" name="标题"/>
          <p:cNvSpPr txBox="1">
            <a:spLocks noGrp="1"/>
          </p:cNvSpPr>
          <p:nvPr>
            <p:ph type="title" idx="6" hasCustomPrompt="1"/>
            <p:custDataLst>
              <p:tags r:id="rId6"/>
            </p:custDataLst>
          </p:nvPr>
        </p:nvSpPr>
        <p:spPr>
          <a:xfrm>
            <a:off x="608400" y="1429200"/>
            <a:ext cx="5342400" cy="40011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2000" b="1" i="0" u="none" strike="noStrike" kern="1200" cap="none" spc="0" normalizeH="0" baseline="0" noProof="1" dirty="0">
                <a:solidFill>
                  <a:schemeClr val="tx1">
                    <a:lumMod val="85000"/>
                    <a:lumOff val="15000"/>
                  </a:schemeClr>
                </a:solidFill>
                <a:latin typeface="+mj-lt"/>
              </a:defRPr>
            </a:lvl1pPr>
          </a:lstStyle>
          <a:p>
            <a:pPr lvl="0"/>
            <a:r>
              <a:rPr dirty="0">
                <a:latin typeface="+mj-lt"/>
                <a:sym typeface="+mn-ea"/>
              </a:rPr>
              <a:t>Click to add title</a:t>
            </a:r>
            <a:endParaRPr dirty="0">
              <a:sym typeface="+mn-ea"/>
            </a:endParaRPr>
          </a:p>
        </p:txBody>
      </p:sp>
      <p:sp>
        <p:nvSpPr>
          <p:cNvPr id="11" name="标题"/>
          <p:cNvSpPr txBox="1">
            <a:spLocks noGrp="1"/>
          </p:cNvSpPr>
          <p:nvPr>
            <p:ph type="title" idx="5" hasCustomPrompt="1"/>
            <p:custDataLst>
              <p:tags r:id="rId7"/>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r>
              <a:rPr dirty="0">
                <a:latin typeface="+mj-lt"/>
                <a:sym typeface="+mn-ea"/>
              </a:rPr>
              <a:t>Click to add title</a:t>
            </a:r>
            <a:endParaRPr dirty="0">
              <a:sym typeface="+mn-ea"/>
            </a:endParaRPr>
          </a:p>
        </p:txBody>
      </p:sp>
      <p:sp>
        <p:nvSpPr>
          <p:cNvPr id="10" name="矩形: 圆顶角 12"/>
          <p:cNvSpPr/>
          <p:nvPr>
            <p:custDataLst>
              <p:tags r:id="rId8"/>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cxnSp>
        <p:nvCxnSpPr>
          <p:cNvPr id="15" name="直接连接符 14"/>
          <p:cNvCxnSpPr/>
          <p:nvPr>
            <p:custDataLst>
              <p:tags r:id="rId9"/>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10"/>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11"/>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日期占位符 6"/>
          <p:cNvSpPr>
            <a:spLocks noGrp="1"/>
          </p:cNvSpPr>
          <p:nvPr>
            <p:ph type="dt" sz="half" idx="10"/>
            <p:custDataLst>
              <p:tags r:id="rId12"/>
            </p:custDataLst>
          </p:nvPr>
        </p:nvSpPr>
        <p:spPr>
          <a:xfrm>
            <a:off x="838200" y="6356350"/>
            <a:ext cx="2743200" cy="365125"/>
          </a:xfrm>
        </p:spPr>
        <p:txBody>
          <a:bodyPr/>
          <a:lstStyle/>
          <a:p>
            <a:r>
              <a:rPr lang="en-US"/>
              <a:t>Date Area</a:t>
            </a:r>
            <a:endParaRPr lang="en-US"/>
          </a:p>
        </p:txBody>
      </p:sp>
      <p:sp>
        <p:nvSpPr>
          <p:cNvPr id="8" name="页脚占位符 7"/>
          <p:cNvSpPr>
            <a:spLocks noGrp="1"/>
          </p:cNvSpPr>
          <p:nvPr>
            <p:ph type="ftr" sz="quarter" idx="11"/>
            <p:custDataLst>
              <p:tags r:id="rId13"/>
            </p:custDataLst>
          </p:nvPr>
        </p:nvSpPr>
        <p:spPr>
          <a:xfrm>
            <a:off x="4038600" y="6356350"/>
            <a:ext cx="4114800" cy="365125"/>
          </a:xfrm>
        </p:spPr>
        <p:txBody>
          <a:bodyPr/>
          <a:lstStyle/>
          <a:p>
            <a:endParaRPr lang="en-US"/>
          </a:p>
        </p:txBody>
      </p:sp>
      <p:sp>
        <p:nvSpPr>
          <p:cNvPr id="9" name="灯片编号占位符 8"/>
          <p:cNvSpPr>
            <a:spLocks noGrp="1"/>
          </p:cNvSpPr>
          <p:nvPr>
            <p:ph type="sldNum" sz="quarter" idx="12"/>
            <p:custDataLst>
              <p:tags r:id="rId14"/>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showMasterSp="0">
  <p:cSld name="Title Only">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标题"/>
          <p:cNvSpPr txBox="1">
            <a:spLocks noGrp="1"/>
          </p:cNvSpPr>
          <p:nvPr>
            <p:ph type="title" idx="5" hasCustomPrompt="1"/>
            <p:custDataLst>
              <p:tags r:id="rId3"/>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r>
              <a:rPr dirty="0">
                <a:latin typeface="+mj-lt"/>
                <a:sym typeface="+mn-ea"/>
              </a:rPr>
              <a:t>Click to add title</a:t>
            </a:r>
            <a:endParaRPr dirty="0">
              <a:sym typeface="+mn-ea"/>
            </a:endParaRPr>
          </a:p>
        </p:txBody>
      </p:sp>
      <p:sp>
        <p:nvSpPr>
          <p:cNvPr id="6" name="矩形: 圆顶角 12"/>
          <p:cNvSpPr/>
          <p:nvPr>
            <p:custDataLst>
              <p:tags r:id="rId4"/>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cxnSp>
        <p:nvCxnSpPr>
          <p:cNvPr id="15" name="直接连接符 14"/>
          <p:cNvCxnSpPr/>
          <p:nvPr>
            <p:custDataLst>
              <p:tags r:id="rId5"/>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6"/>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7"/>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日期占位符 2"/>
          <p:cNvSpPr>
            <a:spLocks noGrp="1"/>
          </p:cNvSpPr>
          <p:nvPr>
            <p:ph type="dt" sz="half" idx="10"/>
            <p:custDataLst>
              <p:tags r:id="rId8"/>
            </p:custDataLst>
          </p:nvPr>
        </p:nvSpPr>
        <p:spPr>
          <a:xfrm>
            <a:off x="838200" y="6356350"/>
            <a:ext cx="2743200" cy="365125"/>
          </a:xfrm>
        </p:spPr>
        <p:txBody>
          <a:bodyPr/>
          <a:lstStyle/>
          <a:p>
            <a:r>
              <a:rPr lang="en-US"/>
              <a:t>Date Area</a:t>
            </a:r>
            <a:endParaRPr lang="en-US"/>
          </a:p>
        </p:txBody>
      </p:sp>
      <p:sp>
        <p:nvSpPr>
          <p:cNvPr id="4" name="页脚占位符 3"/>
          <p:cNvSpPr>
            <a:spLocks noGrp="1"/>
          </p:cNvSpPr>
          <p:nvPr>
            <p:ph type="ftr" sz="quarter" idx="11"/>
            <p:custDataLst>
              <p:tags r:id="rId9"/>
            </p:custDataLst>
          </p:nvPr>
        </p:nvSpPr>
        <p:spPr>
          <a:xfrm>
            <a:off x="4038600" y="6356350"/>
            <a:ext cx="4114800" cy="365125"/>
          </a:xfrm>
        </p:spPr>
        <p:txBody>
          <a:bodyPr/>
          <a:lstStyle/>
          <a:p>
            <a:endParaRPr lang="en-US"/>
          </a:p>
        </p:txBody>
      </p:sp>
      <p:sp>
        <p:nvSpPr>
          <p:cNvPr id="5" name="灯片编号占位符 4"/>
          <p:cNvSpPr>
            <a:spLocks noGrp="1"/>
          </p:cNvSpPr>
          <p:nvPr>
            <p:ph type="sldNum" sz="quarter" idx="12"/>
            <p:custDataLst>
              <p:tags r:id="rId10"/>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5" name="矩形 4"/>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日期占位符 1"/>
          <p:cNvSpPr>
            <a:spLocks noGrp="1"/>
          </p:cNvSpPr>
          <p:nvPr>
            <p:ph type="dt" sz="half" idx="10"/>
            <p:custDataLst>
              <p:tags r:id="rId3"/>
            </p:custDataLst>
          </p:nvPr>
        </p:nvSpPr>
        <p:spPr/>
        <p:txBody>
          <a:bodyPr/>
          <a:lstStyle/>
          <a:p>
            <a:r>
              <a:rPr lang="en-US"/>
              <a:t>Date Area</a:t>
            </a:r>
            <a:endParaRPr lang="en-US"/>
          </a:p>
        </p:txBody>
      </p:sp>
      <p:sp>
        <p:nvSpPr>
          <p:cNvPr id="3" name="页脚占位符 2"/>
          <p:cNvSpPr>
            <a:spLocks noGrp="1"/>
          </p:cNvSpPr>
          <p:nvPr>
            <p:ph type="ftr" sz="quarter" idx="11"/>
            <p:custDataLst>
              <p:tags r:id="rId4"/>
            </p:custDataLst>
          </p:nvPr>
        </p:nvSpPr>
        <p:spPr/>
        <p:txBody>
          <a:bodyPr/>
          <a:lstStyle/>
          <a:p>
            <a:endParaRPr lang="en-US"/>
          </a:p>
        </p:txBody>
      </p:sp>
      <p:sp>
        <p:nvSpPr>
          <p:cNvPr id="4" name="灯片编号占位符 3"/>
          <p:cNvSpPr>
            <a:spLocks noGrp="1"/>
          </p:cNvSpPr>
          <p:nvPr>
            <p:ph type="sldNum" sz="quarter" idx="12"/>
            <p:custDataLst>
              <p:tags r:id="rId5"/>
            </p:custDataLst>
          </p:nvPr>
        </p:nvSpPr>
        <p:spPr/>
        <p:txBody>
          <a:bodyPr/>
          <a:lstStyle/>
          <a:p>
            <a:fld id="{565CE74E-AB26-4998-AD42-012C4C1AD076}"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showMasterSp="0">
  <p:cSld name="Content Only">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正文"/>
          <p:cNvSpPr txBox="1">
            <a:spLocks noGrp="1"/>
          </p:cNvSpPr>
          <p:nvPr>
            <p:ph idx="1" hasCustomPrompt="1"/>
            <p:custDataLst>
              <p:tags r:id="rId3"/>
            </p:custDataLst>
          </p:nvPr>
        </p:nvSpPr>
        <p:spPr>
          <a:xfrm>
            <a:off x="695960" y="360045"/>
            <a:ext cx="10801985" cy="581787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latin typeface="+mn-lt"/>
                <a:sym typeface="+mn-ea"/>
              </a:rPr>
              <a:t>Click to add text</a:t>
            </a:r>
            <a:endParaRPr dirty="0">
              <a:sym typeface="+mn-ea"/>
            </a:endParaRPr>
          </a:p>
        </p:txBody>
      </p:sp>
      <p:sp>
        <p:nvSpPr>
          <p:cNvPr id="4" name="日期占位符 3"/>
          <p:cNvSpPr>
            <a:spLocks noGrp="1"/>
          </p:cNvSpPr>
          <p:nvPr>
            <p:ph type="dt" sz="half" idx="10"/>
            <p:custDataLst>
              <p:tags r:id="rId4"/>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5"/>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6"/>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showMasterSp="0">
  <p:cSld name="Title and Subtitle">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1" name="标题"/>
          <p:cNvSpPr txBox="1">
            <a:spLocks noGrp="1"/>
          </p:cNvSpPr>
          <p:nvPr>
            <p:ph type="title" idx="6" hasCustomPrompt="1"/>
            <p:custDataLst>
              <p:tags r:id="rId3"/>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r>
              <a:rPr dirty="0">
                <a:latin typeface="+mj-lt"/>
                <a:sym typeface="+mn-ea"/>
              </a:rPr>
              <a:t>Click to add title</a:t>
            </a:r>
            <a:endParaRPr dirty="0">
              <a:sym typeface="+mn-ea"/>
            </a:endParaRPr>
          </a:p>
        </p:txBody>
      </p:sp>
      <p:sp>
        <p:nvSpPr>
          <p:cNvPr id="10" name="矩形: 圆顶角 12"/>
          <p:cNvSpPr/>
          <p:nvPr>
            <p:custDataLst>
              <p:tags r:id="rId4"/>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cxnSp>
        <p:nvCxnSpPr>
          <p:cNvPr id="7" name="直接连接符 6"/>
          <p:cNvCxnSpPr/>
          <p:nvPr>
            <p:custDataLst>
              <p:tags r:id="rId5"/>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6"/>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7"/>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副标题"/>
          <p:cNvSpPr txBox="1">
            <a:spLocks noGrp="1"/>
          </p:cNvSpPr>
          <p:nvPr>
            <p:ph type="body" idx="1" hasCustomPrompt="1"/>
            <p:custDataLst>
              <p:tags r:id="rId8"/>
            </p:custDataLst>
          </p:nvPr>
        </p:nvSpPr>
        <p:spPr>
          <a:xfrm>
            <a:off x="695960" y="1301750"/>
            <a:ext cx="10799088" cy="405553"/>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2000" b="1" i="0" u="none" strike="noStrike" kern="1200" cap="none" spc="0" normalizeH="0" baseline="0" noProof="1" dirty="0">
                <a:solidFill>
                  <a:schemeClr val="tx1">
                    <a:lumMod val="75000"/>
                    <a:lumOff val="25000"/>
                  </a:schemeClr>
                </a:solidFill>
                <a:uFillTx/>
                <a:latin typeface="+mj-lt"/>
              </a:defRPr>
            </a:lvl1pPr>
          </a:lstStyle>
          <a:p>
            <a:pPr lvl="0" algn="l"/>
            <a:r>
              <a:rPr dirty="0">
                <a:latin typeface="+mj-lt"/>
                <a:sym typeface="+mn-ea"/>
              </a:rPr>
              <a:t>Click to add text</a:t>
            </a:r>
            <a:endParaRPr dirty="0">
              <a:sym typeface="+mn-ea"/>
            </a:endParaRPr>
          </a:p>
        </p:txBody>
      </p:sp>
      <p:sp>
        <p:nvSpPr>
          <p:cNvPr id="3" name="日期占位符 2"/>
          <p:cNvSpPr>
            <a:spLocks noGrp="1"/>
          </p:cNvSpPr>
          <p:nvPr>
            <p:ph type="dt" sz="half" idx="10"/>
            <p:custDataLst>
              <p:tags r:id="rId9"/>
            </p:custDataLst>
          </p:nvPr>
        </p:nvSpPr>
        <p:spPr>
          <a:xfrm>
            <a:off x="838200" y="6356350"/>
            <a:ext cx="2743200" cy="365125"/>
          </a:xfrm>
        </p:spPr>
        <p:txBody>
          <a:bodyPr/>
          <a:lstStyle/>
          <a:p>
            <a:r>
              <a:rPr lang="en-US"/>
              <a:t>Date Area</a:t>
            </a:r>
            <a:endParaRPr lang="en-US"/>
          </a:p>
        </p:txBody>
      </p:sp>
      <p:sp>
        <p:nvSpPr>
          <p:cNvPr id="4" name="页脚占位符 3"/>
          <p:cNvSpPr>
            <a:spLocks noGrp="1"/>
          </p:cNvSpPr>
          <p:nvPr>
            <p:ph type="ftr" sz="quarter" idx="11"/>
            <p:custDataLst>
              <p:tags r:id="rId10"/>
            </p:custDataLst>
          </p:nvPr>
        </p:nvSpPr>
        <p:spPr>
          <a:xfrm>
            <a:off x="4038600" y="6356350"/>
            <a:ext cx="4114800" cy="365125"/>
          </a:xfrm>
        </p:spPr>
        <p:txBody>
          <a:bodyPr/>
          <a:lstStyle/>
          <a:p>
            <a:endParaRPr lang="en-US"/>
          </a:p>
        </p:txBody>
      </p:sp>
      <p:sp>
        <p:nvSpPr>
          <p:cNvPr id="5" name="灯片编号占位符 4"/>
          <p:cNvSpPr>
            <a:spLocks noGrp="1"/>
          </p:cNvSpPr>
          <p:nvPr>
            <p:ph type="sldNum" sz="quarter" idx="12"/>
            <p:custDataLst>
              <p:tags r:id="rId11"/>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End Slide">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82" name="椭圆 81"/>
          <p:cNvSpPr>
            <a:spLocks noChangeAspect="1"/>
          </p:cNvSpPr>
          <p:nvPr>
            <p:custDataLst>
              <p:tags r:id="rId3"/>
            </p:custDataLst>
          </p:nvPr>
        </p:nvSpPr>
        <p:spPr>
          <a:xfrm flipH="1">
            <a:off x="2155825" y="1458505"/>
            <a:ext cx="1763395" cy="1763395"/>
          </a:xfrm>
          <a:prstGeom prst="ellipse">
            <a:avLst/>
          </a:prstGeom>
          <a:gradFill flip="none" rotWithShape="1">
            <a:gsLst>
              <a:gs pos="0">
                <a:schemeClr val="bg1">
                  <a:alpha val="5000"/>
                </a:schemeClr>
              </a:gs>
              <a:gs pos="89000">
                <a:schemeClr val="accent1">
                  <a:lumMod val="40000"/>
                  <a:lumOff val="60000"/>
                  <a:alpha val="60000"/>
                </a:schemeClr>
              </a:gs>
            </a:gsLst>
            <a:lin ang="13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ym typeface="+mn-lt"/>
            </a:endParaRPr>
          </a:p>
        </p:txBody>
      </p:sp>
      <p:sp>
        <p:nvSpPr>
          <p:cNvPr id="10" name="任意多边形: 形状 6"/>
          <p:cNvSpPr/>
          <p:nvPr>
            <p:custDataLst>
              <p:tags r:id="rId4"/>
            </p:custDataLst>
          </p:nvPr>
        </p:nvSpPr>
        <p:spPr>
          <a:xfrm flipH="1">
            <a:off x="10275568" y="0"/>
            <a:ext cx="1490346" cy="807593"/>
          </a:xfrm>
          <a:custGeom>
            <a:avLst/>
            <a:gdLst>
              <a:gd name="connsiteX0" fmla="*/ 1484054 w 1490346"/>
              <a:gd name="connsiteY0" fmla="*/ 0 h 807593"/>
              <a:gd name="connsiteX1" fmla="*/ 6292 w 1490346"/>
              <a:gd name="connsiteY1" fmla="*/ 0 h 807593"/>
              <a:gd name="connsiteX2" fmla="*/ 0 w 1490346"/>
              <a:gd name="connsiteY2" fmla="*/ 62420 h 807593"/>
              <a:gd name="connsiteX3" fmla="*/ 745173 w 1490346"/>
              <a:gd name="connsiteY3" fmla="*/ 807593 h 807593"/>
              <a:gd name="connsiteX4" fmla="*/ 1490346 w 1490346"/>
              <a:gd name="connsiteY4" fmla="*/ 62420 h 8075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0346" h="807593">
                <a:moveTo>
                  <a:pt x="1484054" y="0"/>
                </a:moveTo>
                <a:lnTo>
                  <a:pt x="6292" y="0"/>
                </a:lnTo>
                <a:lnTo>
                  <a:pt x="0" y="62420"/>
                </a:lnTo>
                <a:cubicBezTo>
                  <a:pt x="0" y="473968"/>
                  <a:pt x="333625" y="807593"/>
                  <a:pt x="745173" y="807593"/>
                </a:cubicBezTo>
                <a:cubicBezTo>
                  <a:pt x="1156721" y="807593"/>
                  <a:pt x="1490346" y="473968"/>
                  <a:pt x="1490346" y="62420"/>
                </a:cubicBezTo>
                <a:close/>
              </a:path>
            </a:pathLst>
          </a:custGeom>
          <a:gradFill flip="none" rotWithShape="1">
            <a:gsLst>
              <a:gs pos="0">
                <a:schemeClr val="bg1">
                  <a:alpha val="10000"/>
                </a:schemeClr>
              </a:gs>
              <a:gs pos="89000">
                <a:schemeClr val="accent1">
                  <a:alpha val="25000"/>
                </a:schemeClr>
              </a:gs>
            </a:gsLst>
            <a:lin ang="13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cxnSp>
        <p:nvCxnSpPr>
          <p:cNvPr id="22" name="直接连接符 21"/>
          <p:cNvCxnSpPr/>
          <p:nvPr>
            <p:custDataLst>
              <p:tags r:id="rId5"/>
            </p:custDataLst>
          </p:nvPr>
        </p:nvCxnSpPr>
        <p:spPr>
          <a:xfrm>
            <a:off x="837565" y="60134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custDataLst>
              <p:tags r:id="rId6"/>
            </p:custDataLst>
          </p:nvPr>
        </p:nvCxnSpPr>
        <p:spPr>
          <a:xfrm>
            <a:off x="837565" y="65976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7"/>
            </p:custDataLst>
          </p:nvPr>
        </p:nvCxnSpPr>
        <p:spPr>
          <a:xfrm>
            <a:off x="837565" y="71818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7" name="图片 56" descr="箭头 右"/>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1105535" y="6229350"/>
            <a:ext cx="153670" cy="153670"/>
          </a:xfrm>
          <a:prstGeom prst="rect">
            <a:avLst/>
          </a:prstGeom>
        </p:spPr>
      </p:pic>
      <p:pic>
        <p:nvPicPr>
          <p:cNvPr id="58" name="图片 57" descr="箭头 右"/>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flipH="1">
            <a:off x="837565" y="6229350"/>
            <a:ext cx="153670" cy="153670"/>
          </a:xfrm>
          <a:prstGeom prst="rect">
            <a:avLst/>
          </a:prstGeom>
        </p:spPr>
      </p:pic>
      <p:sp>
        <p:nvSpPr>
          <p:cNvPr id="18" name="矩形: 圆顶角 12"/>
          <p:cNvSpPr/>
          <p:nvPr>
            <p:custDataLst>
              <p:tags r:id="rId14"/>
            </p:custDataLst>
          </p:nvPr>
        </p:nvSpPr>
        <p:spPr>
          <a:xfrm rot="18900000" flipH="1">
            <a:off x="8013065" y="1040130"/>
            <a:ext cx="2052955" cy="3821430"/>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9" name="矩形: 圆顶角 13"/>
          <p:cNvSpPr/>
          <p:nvPr>
            <p:custDataLst>
              <p:tags r:id="rId15"/>
            </p:custDataLst>
          </p:nvPr>
        </p:nvSpPr>
        <p:spPr>
          <a:xfrm rot="8100000" flipH="1">
            <a:off x="7706360" y="2266315"/>
            <a:ext cx="2052955" cy="3874135"/>
          </a:xfrm>
          <a:prstGeom prst="round2SameRect">
            <a:avLst>
              <a:gd name="adj1" fmla="val 50000"/>
              <a:gd name="adj2" fmla="val 0"/>
            </a:avLst>
          </a:prstGeom>
          <a:gradFill flip="none" rotWithShape="1">
            <a:gsLst>
              <a:gs pos="100000">
                <a:schemeClr val="accent6">
                  <a:lumMod val="20000"/>
                  <a:lumOff val="80000"/>
                  <a:alpha val="0"/>
                </a:schemeClr>
              </a:gs>
              <a:gs pos="0">
                <a:schemeClr val="bg1">
                  <a:alpha val="9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8" name="标题"/>
          <p:cNvSpPr txBox="1">
            <a:spLocks noGrp="1"/>
          </p:cNvSpPr>
          <p:nvPr>
            <p:ph type="title" idx="2" hasCustomPrompt="1"/>
            <p:custDataLst>
              <p:tags r:id="rId16"/>
            </p:custDataLst>
          </p:nvPr>
        </p:nvSpPr>
        <p:spPr>
          <a:xfrm>
            <a:off x="837565" y="2507010"/>
            <a:ext cx="7294880" cy="1011721"/>
          </a:xfrm>
          <a:prstGeom prst="rect">
            <a:avLst/>
          </a:prstGeom>
          <a:noFill/>
        </p:spPr>
        <p:txBody>
          <a:bodyPr wrap="square" lIns="0" tIns="0" rIns="0" bIns="0" rtlCol="0" anchor="ctr">
            <a:normAutofit/>
          </a:bodyPr>
          <a:lstStyle>
            <a:lvl1pPr marL="0" marR="0" algn="l" defTabSz="914400" rtl="0" eaLnBrk="1" fontAlgn="auto" latinLnBrk="0" hangingPunct="1">
              <a:lnSpc>
                <a:spcPct val="100000"/>
              </a:lnSpc>
              <a:buClrTx/>
              <a:buSzTx/>
              <a:buFontTx/>
              <a:buNone/>
              <a:defRPr kumimoji="0" lang="en-US" sz="5600" b="1" i="0" u="none" strike="noStrike" kern="1200" cap="none" spc="0" normalizeH="0" baseline="0" noProof="1" dirty="0">
                <a:gradFill>
                  <a:gsLst>
                    <a:gs pos="20000">
                      <a:schemeClr val="accent2"/>
                    </a:gs>
                    <a:gs pos="100000">
                      <a:schemeClr val="accent1">
                        <a:lumMod val="60000"/>
                        <a:lumOff val="40000"/>
                      </a:schemeClr>
                    </a:gs>
                  </a:gsLst>
                  <a:lin ang="4800000" scaled="0"/>
                </a:gradFill>
                <a:latin typeface="+mj-lt"/>
              </a:defRPr>
            </a:lvl1pPr>
          </a:lstStyle>
          <a:p>
            <a:pPr lvl="0"/>
            <a:r>
              <a:rPr dirty="0">
                <a:latin typeface="+mj-lt"/>
                <a:sym typeface="+mn-ea"/>
              </a:rPr>
              <a:t>Click to add title</a:t>
            </a:r>
            <a:endParaRPr dirty="0">
              <a:sym typeface="+mn-ea"/>
            </a:endParaRPr>
          </a:p>
        </p:txBody>
      </p:sp>
      <p:sp>
        <p:nvSpPr>
          <p:cNvPr id="4" name="日期占位符 3"/>
          <p:cNvSpPr>
            <a:spLocks noGrp="1"/>
          </p:cNvSpPr>
          <p:nvPr>
            <p:ph type="dt" sz="half" idx="10"/>
            <p:custDataLst>
              <p:tags r:id="rId17"/>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18"/>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19"/>
            </p:custDataLst>
          </p:nvPr>
        </p:nvSpPr>
        <p:spPr>
          <a:xfrm>
            <a:off x="8610600" y="6356350"/>
            <a:ext cx="2743200" cy="365125"/>
          </a:xfrm>
        </p:spPr>
        <p:txBody>
          <a:bodyPr/>
          <a:lstStyle/>
          <a:p>
            <a:fld id="{565CE74E-AB26-4998-AD42-012C4C1AD076}" type="slidenum">
              <a:rPr lang="en-US" smtClean="0"/>
            </a:fld>
            <a:endParaRPr lang="en-US"/>
          </a:p>
        </p:txBody>
      </p:sp>
      <p:sp>
        <p:nvSpPr>
          <p:cNvPr id="17" name="署名占位符 10"/>
          <p:cNvSpPr>
            <a:spLocks noGrp="1"/>
          </p:cNvSpPr>
          <p:nvPr>
            <p:ph type="body" sz="quarter" idx="17" hasCustomPrompt="1"/>
            <p:custDataLst>
              <p:tags r:id="rId20"/>
            </p:custDataLst>
          </p:nvPr>
        </p:nvSpPr>
        <p:spPr>
          <a:xfrm>
            <a:off x="837565" y="3988960"/>
            <a:ext cx="1944000" cy="457279"/>
          </a:xfrm>
          <a:prstGeom prst="roundRect">
            <a:avLst>
              <a:gd name="adj" fmla="val 50000"/>
            </a:avLst>
          </a:prstGeom>
          <a:solidFill>
            <a:schemeClr val="accent2"/>
          </a:solidFill>
        </p:spPr>
        <p:txBody>
          <a:bodyPr wrap="square" anchor="ctr">
            <a:normAutofit/>
          </a:bodyPr>
          <a:lstStyle>
            <a:lvl1pPr marL="0" indent="0" algn="ctr">
              <a:lnSpc>
                <a:spcPct val="100000"/>
              </a:lnSpc>
              <a:buNone/>
              <a:defRPr sz="1600" spc="0" baseline="0">
                <a:solidFill>
                  <a:srgbClr val="FFFFFF"/>
                </a:solidFill>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82" name="椭圆 81"/>
          <p:cNvSpPr>
            <a:spLocks noChangeAspect="1"/>
          </p:cNvSpPr>
          <p:nvPr>
            <p:custDataLst>
              <p:tags r:id="rId3"/>
            </p:custDataLst>
          </p:nvPr>
        </p:nvSpPr>
        <p:spPr>
          <a:xfrm flipH="1">
            <a:off x="7106285" y="2912110"/>
            <a:ext cx="1763395" cy="1763395"/>
          </a:xfrm>
          <a:prstGeom prst="ellipse">
            <a:avLst/>
          </a:prstGeom>
          <a:gradFill flip="none" rotWithShape="1">
            <a:gsLst>
              <a:gs pos="0">
                <a:schemeClr val="bg1">
                  <a:alpha val="5000"/>
                </a:schemeClr>
              </a:gs>
              <a:gs pos="89000">
                <a:schemeClr val="accent1">
                  <a:lumMod val="40000"/>
                  <a:lumOff val="60000"/>
                  <a:alpha val="60000"/>
                </a:schemeClr>
              </a:gs>
            </a:gsLst>
            <a:lin ang="15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ym typeface="+mn-lt"/>
            </a:endParaRPr>
          </a:p>
        </p:txBody>
      </p:sp>
      <p:sp>
        <p:nvSpPr>
          <p:cNvPr id="16" name="矩形: 圆顶角 12"/>
          <p:cNvSpPr/>
          <p:nvPr>
            <p:custDataLst>
              <p:tags r:id="rId4"/>
            </p:custDataLst>
          </p:nvPr>
        </p:nvSpPr>
        <p:spPr>
          <a:xfrm rot="18900000" flipH="1">
            <a:off x="2332990" y="1199515"/>
            <a:ext cx="1979930" cy="3685540"/>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5" name="矩形: 圆顶角 13"/>
          <p:cNvSpPr/>
          <p:nvPr>
            <p:custDataLst>
              <p:tags r:id="rId5"/>
            </p:custDataLst>
          </p:nvPr>
        </p:nvSpPr>
        <p:spPr>
          <a:xfrm rot="8100000" flipH="1">
            <a:off x="2037080" y="2382520"/>
            <a:ext cx="1979930" cy="3736975"/>
          </a:xfrm>
          <a:prstGeom prst="round2SameRect">
            <a:avLst>
              <a:gd name="adj1" fmla="val 50000"/>
              <a:gd name="adj2" fmla="val 0"/>
            </a:avLst>
          </a:prstGeom>
          <a:gradFill flip="none" rotWithShape="1">
            <a:gsLst>
              <a:gs pos="100000">
                <a:schemeClr val="accent6">
                  <a:lumMod val="20000"/>
                  <a:lumOff val="80000"/>
                  <a:alpha val="0"/>
                </a:schemeClr>
              </a:gs>
              <a:gs pos="0">
                <a:schemeClr val="bg1">
                  <a:alpha val="9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4" name="任意多边形: 形状 11"/>
          <p:cNvSpPr/>
          <p:nvPr>
            <p:custDataLst>
              <p:tags r:id="rId6"/>
            </p:custDataLst>
          </p:nvPr>
        </p:nvSpPr>
        <p:spPr>
          <a:xfrm flipH="1">
            <a:off x="10198733" y="0"/>
            <a:ext cx="1490346" cy="840741"/>
          </a:xfrm>
          <a:custGeom>
            <a:avLst/>
            <a:gdLst>
              <a:gd name="connsiteX0" fmla="*/ 1480712 w 1490346"/>
              <a:gd name="connsiteY0" fmla="*/ 0 h 840741"/>
              <a:gd name="connsiteX1" fmla="*/ 9634 w 1490346"/>
              <a:gd name="connsiteY1" fmla="*/ 0 h 840741"/>
              <a:gd name="connsiteX2" fmla="*/ 0 w 1490346"/>
              <a:gd name="connsiteY2" fmla="*/ 95568 h 840741"/>
              <a:gd name="connsiteX3" fmla="*/ 745173 w 1490346"/>
              <a:gd name="connsiteY3" fmla="*/ 840741 h 840741"/>
              <a:gd name="connsiteX4" fmla="*/ 1490346 w 1490346"/>
              <a:gd name="connsiteY4" fmla="*/ 95568 h 840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0346" h="840741">
                <a:moveTo>
                  <a:pt x="1480712" y="0"/>
                </a:moveTo>
                <a:lnTo>
                  <a:pt x="9634" y="0"/>
                </a:lnTo>
                <a:lnTo>
                  <a:pt x="0" y="95568"/>
                </a:lnTo>
                <a:cubicBezTo>
                  <a:pt x="0" y="507116"/>
                  <a:pt x="333625" y="840741"/>
                  <a:pt x="745173" y="840741"/>
                </a:cubicBezTo>
                <a:cubicBezTo>
                  <a:pt x="1156721" y="840741"/>
                  <a:pt x="1490346" y="507116"/>
                  <a:pt x="1490346" y="95568"/>
                </a:cubicBezTo>
                <a:close/>
              </a:path>
            </a:pathLst>
          </a:custGeom>
          <a:gradFill flip="none" rotWithShape="1">
            <a:gsLst>
              <a:gs pos="0">
                <a:schemeClr val="bg1">
                  <a:alpha val="10000"/>
                </a:schemeClr>
              </a:gs>
              <a:gs pos="89000">
                <a:schemeClr val="accent1">
                  <a:alpha val="25000"/>
                </a:schemeClr>
              </a:gs>
            </a:gsLst>
            <a:lin ang="13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cxnSp>
        <p:nvCxnSpPr>
          <p:cNvPr id="22" name="直接连接符 21"/>
          <p:cNvCxnSpPr/>
          <p:nvPr>
            <p:custDataLst>
              <p:tags r:id="rId7"/>
            </p:custDataLst>
          </p:nvPr>
        </p:nvCxnSpPr>
        <p:spPr>
          <a:xfrm>
            <a:off x="1144905" y="60134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custDataLst>
              <p:tags r:id="rId8"/>
            </p:custDataLst>
          </p:nvPr>
        </p:nvCxnSpPr>
        <p:spPr>
          <a:xfrm>
            <a:off x="1144905" y="65976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144905" y="71818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椭圆 11"/>
          <p:cNvSpPr>
            <a:spLocks noChangeAspect="1"/>
          </p:cNvSpPr>
          <p:nvPr>
            <p:custDataLst>
              <p:tags r:id="rId10"/>
            </p:custDataLst>
          </p:nvPr>
        </p:nvSpPr>
        <p:spPr>
          <a:xfrm>
            <a:off x="10654665" y="6252210"/>
            <a:ext cx="107950" cy="10795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椭圆 10"/>
          <p:cNvSpPr>
            <a:spLocks noChangeAspect="1"/>
          </p:cNvSpPr>
          <p:nvPr>
            <p:custDataLst>
              <p:tags r:id="rId11"/>
            </p:custDataLst>
          </p:nvPr>
        </p:nvSpPr>
        <p:spPr>
          <a:xfrm>
            <a:off x="10902315" y="6252210"/>
            <a:ext cx="107950" cy="10795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p:cNvSpPr>
            <a:spLocks noChangeAspect="1"/>
          </p:cNvSpPr>
          <p:nvPr>
            <p:custDataLst>
              <p:tags r:id="rId12"/>
            </p:custDataLst>
          </p:nvPr>
        </p:nvSpPr>
        <p:spPr>
          <a:xfrm>
            <a:off x="10407015" y="6252210"/>
            <a:ext cx="107950" cy="10795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7" name="图片 56" descr="箭头 右"/>
          <p:cNvPicPr>
            <a:picLocks noChangeAspect="1"/>
          </p:cNvPicPr>
          <p:nvPr>
            <p:custDataLst>
              <p:tags r:id="rId13"/>
            </p:custDataLst>
          </p:nvPr>
        </p:nvPicPr>
        <p:blipFill>
          <a:blip r:embed="rId14">
            <a:extLst>
              <a:ext uri="{96DAC541-7B7A-43D3-8B79-37D633B846F1}">
                <asvg:svgBlip xmlns:asvg="http://schemas.microsoft.com/office/drawing/2016/SVG/main" r:embed="rId15"/>
              </a:ext>
            </a:extLst>
          </a:blip>
          <a:stretch>
            <a:fillRect/>
          </a:stretch>
        </p:blipFill>
        <p:spPr>
          <a:xfrm>
            <a:off x="1412875" y="6229350"/>
            <a:ext cx="153670" cy="153670"/>
          </a:xfrm>
          <a:prstGeom prst="rect">
            <a:avLst/>
          </a:prstGeom>
        </p:spPr>
      </p:pic>
      <p:pic>
        <p:nvPicPr>
          <p:cNvPr id="58" name="图片 57" descr="箭头 右"/>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flipH="1">
            <a:off x="1144905" y="6229350"/>
            <a:ext cx="153670" cy="153670"/>
          </a:xfrm>
          <a:prstGeom prst="rect">
            <a:avLst/>
          </a:prstGeom>
        </p:spPr>
      </p:pic>
      <p:sp>
        <p:nvSpPr>
          <p:cNvPr id="9" name="副标题"/>
          <p:cNvSpPr txBox="1">
            <a:spLocks noGrp="1"/>
          </p:cNvSpPr>
          <p:nvPr>
            <p:ph type="body" idx="3" hasCustomPrompt="1"/>
            <p:custDataLst>
              <p:tags r:id="rId19"/>
            </p:custDataLst>
          </p:nvPr>
        </p:nvSpPr>
        <p:spPr>
          <a:xfrm>
            <a:off x="4460086" y="583854"/>
            <a:ext cx="6724805" cy="876899"/>
          </a:xfrm>
          <a:prstGeom prst="rect">
            <a:avLst/>
          </a:prstGeom>
          <a:noFill/>
        </p:spPr>
        <p:txBody>
          <a:bodyPr wrap="square" lIns="0" tIns="0" rIns="0" bIns="0" rtlCol="0" anchor="b">
            <a:normAutofit/>
          </a:bodyPr>
          <a:lstStyle>
            <a:lvl1pPr marL="0" marR="0" algn="r" defTabSz="914400" rtl="0" eaLnBrk="1" fontAlgn="auto" latinLnBrk="0" hangingPunct="1">
              <a:lnSpc>
                <a:spcPct val="100000"/>
              </a:lnSpc>
              <a:buClrTx/>
              <a:buSzTx/>
              <a:buFontTx/>
              <a:buNone/>
              <a:defRPr kumimoji="0" lang="en-US" sz="2200" b="1" i="0" u="none" strike="noStrike" kern="1200" cap="none" spc="0" normalizeH="0" baseline="0" noProof="1" dirty="0">
                <a:gradFill>
                  <a:gsLst>
                    <a:gs pos="7000">
                      <a:schemeClr val="accent1">
                        <a:lumMod val="60000"/>
                        <a:lumOff val="40000"/>
                      </a:schemeClr>
                    </a:gs>
                    <a:gs pos="100000">
                      <a:schemeClr val="accent2">
                        <a:lumMod val="60000"/>
                        <a:lumOff val="40000"/>
                      </a:schemeClr>
                    </a:gs>
                  </a:gsLst>
                  <a:lin ang="7800000" scaled="0"/>
                </a:gradFill>
                <a:latin typeface="+mj-lt"/>
              </a:defRPr>
            </a:lvl1pPr>
          </a:lstStyle>
          <a:p>
            <a:pPr lvl="0" algn="r"/>
            <a:r>
              <a:rPr dirty="0">
                <a:latin typeface="+mj-lt"/>
                <a:sym typeface="+mn-ea"/>
              </a:rPr>
              <a:t>Click to add text</a:t>
            </a:r>
            <a:endParaRPr dirty="0">
              <a:sym typeface="+mn-ea"/>
            </a:endParaRPr>
          </a:p>
        </p:txBody>
      </p:sp>
      <p:sp>
        <p:nvSpPr>
          <p:cNvPr id="8" name="标题"/>
          <p:cNvSpPr txBox="1">
            <a:spLocks noGrp="1"/>
          </p:cNvSpPr>
          <p:nvPr>
            <p:ph type="title" idx="2" hasCustomPrompt="1"/>
            <p:custDataLst>
              <p:tags r:id="rId20"/>
            </p:custDataLst>
          </p:nvPr>
        </p:nvSpPr>
        <p:spPr>
          <a:xfrm>
            <a:off x="4460240" y="1561719"/>
            <a:ext cx="6724650" cy="3353288"/>
          </a:xfrm>
          <a:prstGeom prst="rect">
            <a:avLst/>
          </a:prstGeom>
          <a:noFill/>
        </p:spPr>
        <p:txBody>
          <a:bodyPr wrap="square" lIns="0" tIns="0" rIns="0" bIns="0" rtlCol="0" anchor="t" anchorCtr="0">
            <a:normAutofit/>
          </a:bodyPr>
          <a:lstStyle>
            <a:lvl1pPr marL="0" marR="0" algn="r" defTabSz="914400" rtl="0" eaLnBrk="1" fontAlgn="auto" latinLnBrk="0" hangingPunct="1">
              <a:lnSpc>
                <a:spcPct val="100000"/>
              </a:lnSpc>
              <a:buClrTx/>
              <a:buSzTx/>
              <a:buFontTx/>
              <a:buNone/>
              <a:defRPr kumimoji="0" lang="en-US" sz="5200" b="1" i="0" u="none" strike="noStrike" kern="1200" cap="none" spc="0" normalizeH="0" baseline="0" noProof="1" dirty="0">
                <a:gradFill>
                  <a:gsLst>
                    <a:gs pos="20000">
                      <a:schemeClr val="accent2"/>
                    </a:gs>
                    <a:gs pos="100000">
                      <a:schemeClr val="accent1">
                        <a:lumMod val="60000"/>
                        <a:lumOff val="40000"/>
                      </a:schemeClr>
                    </a:gs>
                  </a:gsLst>
                  <a:lin ang="4800000" scaled="0"/>
                </a:gradFill>
                <a:latin typeface="+mj-lt"/>
              </a:defRPr>
            </a:lvl1pPr>
          </a:lstStyle>
          <a:p>
            <a:pPr lvl="0" algn="r"/>
            <a:r>
              <a:rPr lang="en-US" dirty="0">
                <a:latin typeface="+mj-lt"/>
                <a:sym typeface="+mn-ea"/>
              </a:rPr>
              <a:t>Click to add title</a:t>
            </a:r>
            <a:endParaRPr lang="en-US" dirty="0">
              <a:sym typeface="+mn-ea"/>
            </a:endParaRPr>
          </a:p>
        </p:txBody>
      </p:sp>
      <p:sp>
        <p:nvSpPr>
          <p:cNvPr id="4" name="日期占位符 3"/>
          <p:cNvSpPr>
            <a:spLocks noGrp="1"/>
          </p:cNvSpPr>
          <p:nvPr>
            <p:ph type="dt" sz="half" idx="10"/>
            <p:custDataLst>
              <p:tags r:id="rId21"/>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22"/>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23"/>
            </p:custDataLst>
          </p:nvPr>
        </p:nvSpPr>
        <p:spPr>
          <a:xfrm>
            <a:off x="8610600" y="6356350"/>
            <a:ext cx="2743200" cy="365125"/>
          </a:xfrm>
        </p:spPr>
        <p:txBody>
          <a:bodyPr/>
          <a:lstStyle/>
          <a:p>
            <a:fld id="{565CE74E-AB26-4998-AD42-012C4C1AD076}" type="slidenum">
              <a:rPr lang="en-US" smtClean="0"/>
            </a:fld>
            <a:endParaRPr lang="en-US"/>
          </a:p>
        </p:txBody>
      </p:sp>
      <p:sp>
        <p:nvSpPr>
          <p:cNvPr id="21" name="署名占位符 10"/>
          <p:cNvSpPr>
            <a:spLocks noGrp="1"/>
          </p:cNvSpPr>
          <p:nvPr>
            <p:ph type="body" sz="quarter" idx="17" hasCustomPrompt="1"/>
            <p:custDataLst>
              <p:tags r:id="rId24"/>
            </p:custDataLst>
          </p:nvPr>
        </p:nvSpPr>
        <p:spPr>
          <a:xfrm>
            <a:off x="9240890" y="5051532"/>
            <a:ext cx="1944000" cy="457279"/>
          </a:xfrm>
          <a:prstGeom prst="roundRect">
            <a:avLst>
              <a:gd name="adj" fmla="val 50000"/>
            </a:avLst>
          </a:prstGeom>
          <a:solidFill>
            <a:schemeClr val="accent2"/>
          </a:solidFill>
        </p:spPr>
        <p:txBody>
          <a:bodyPr wrap="square" anchor="ctr">
            <a:normAutofit/>
          </a:bodyPr>
          <a:lstStyle>
            <a:lvl1pPr marL="0" indent="0" algn="ctr">
              <a:lnSpc>
                <a:spcPct val="100000"/>
              </a:lnSpc>
              <a:buNone/>
              <a:defRPr sz="1600" spc="0" baseline="0">
                <a:solidFill>
                  <a:srgbClr val="FFFFFF"/>
                </a:solidFill>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正文"/>
          <p:cNvSpPr txBox="1">
            <a:spLocks noGrp="1"/>
          </p:cNvSpPr>
          <p:nvPr>
            <p:ph idx="6" hasCustomPrompt="1"/>
            <p:custDataLst>
              <p:tags r:id="rId3"/>
            </p:custDataLst>
          </p:nvPr>
        </p:nvSpPr>
        <p:spPr>
          <a:xfrm>
            <a:off x="608400" y="1490400"/>
            <a:ext cx="10969200" cy="4759200"/>
          </a:xfrm>
          <a:prstGeom prst="rect">
            <a:avLst/>
          </a:prstGeom>
          <a:ln>
            <a:noFill/>
            <a:prstDash val="sysDash"/>
          </a:ln>
        </p:spPr>
        <p:txBody>
          <a:bodyPr vert="horz" lIns="90000" tIns="46800" rIns="90000" bIns="46800" rtlCol="0">
            <a:normAutofit/>
          </a:bodyPr>
          <a:lstStyle>
            <a:defPPr>
              <a:defRPr lang="en-US">
                <a:latin typeface="+mn-lt"/>
              </a:defRPr>
            </a:defPPr>
            <a:lvl1pPr marL="228600" marR="0" lvl="0" indent="-228600" algn="l" defTabSz="914400" rtl="0" eaLnBrk="1" fontAlgn="auto" latinLnBrk="0" hangingPunct="1">
              <a:lnSpc>
                <a:spcPct val="130000"/>
              </a:lnSpc>
              <a:spcBef>
                <a:spcPts val="1200"/>
              </a:spcBef>
              <a:spcAft>
                <a:spcPts val="0"/>
              </a:spcAft>
              <a:buClr>
                <a:schemeClr val="accent1"/>
              </a:buClr>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85000"/>
                    <a:lumOff val="15000"/>
                  </a:schemeClr>
                </a:solidFill>
                <a:uFillTx/>
                <a:latin typeface="+mn-lt"/>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mn-lt"/>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mn-lt"/>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mn-lt"/>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buClr>
                <a:schemeClr val="accent1"/>
              </a:buClr>
            </a:pPr>
            <a:r>
              <a:rPr dirty="0">
                <a:latin typeface="+mn-lt"/>
                <a:sym typeface="+mn-ea"/>
              </a:rPr>
              <a:t>Click to add text</a:t>
            </a:r>
            <a:endParaRPr dirty="0">
              <a:sym typeface="+mn-ea"/>
            </a:endParaRPr>
          </a:p>
        </p:txBody>
      </p:sp>
      <p:sp>
        <p:nvSpPr>
          <p:cNvPr id="11" name="标题"/>
          <p:cNvSpPr txBox="1">
            <a:spLocks noGrp="1"/>
          </p:cNvSpPr>
          <p:nvPr>
            <p:ph type="title" idx="5" hasCustomPrompt="1"/>
            <p:custDataLst>
              <p:tags r:id="rId4"/>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r>
              <a:rPr dirty="0">
                <a:latin typeface="+mj-lt"/>
                <a:sym typeface="+mn-ea"/>
              </a:rPr>
              <a:t>Click to add title</a:t>
            </a:r>
            <a:endParaRPr dirty="0">
              <a:sym typeface="+mn-ea"/>
            </a:endParaRPr>
          </a:p>
        </p:txBody>
      </p:sp>
      <p:cxnSp>
        <p:nvCxnSpPr>
          <p:cNvPr id="10" name="直接连接符 9"/>
          <p:cNvCxnSpPr/>
          <p:nvPr>
            <p:custDataLst>
              <p:tags r:id="rId5"/>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6"/>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7"/>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矩形: 圆顶角 12"/>
          <p:cNvSpPr/>
          <p:nvPr>
            <p:custDataLst>
              <p:tags r:id="rId8"/>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4" name="日期占位符 3"/>
          <p:cNvSpPr>
            <a:spLocks noGrp="1"/>
          </p:cNvSpPr>
          <p:nvPr>
            <p:ph type="dt" sz="half" idx="10"/>
            <p:custDataLst>
              <p:tags r:id="rId9"/>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10"/>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11"/>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Catalog Slide">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9" name="任意多边形: 形状 4"/>
          <p:cNvSpPr/>
          <p:nvPr>
            <p:custDataLst>
              <p:tags r:id="rId3"/>
            </p:custDataLst>
          </p:nvPr>
        </p:nvSpPr>
        <p:spPr>
          <a:xfrm flipH="1">
            <a:off x="10275568" y="0"/>
            <a:ext cx="1490346" cy="840741"/>
          </a:xfrm>
          <a:custGeom>
            <a:avLst/>
            <a:gdLst>
              <a:gd name="connsiteX0" fmla="*/ 1480712 w 1490346"/>
              <a:gd name="connsiteY0" fmla="*/ 0 h 840741"/>
              <a:gd name="connsiteX1" fmla="*/ 9634 w 1490346"/>
              <a:gd name="connsiteY1" fmla="*/ 0 h 840741"/>
              <a:gd name="connsiteX2" fmla="*/ 0 w 1490346"/>
              <a:gd name="connsiteY2" fmla="*/ 95568 h 840741"/>
              <a:gd name="connsiteX3" fmla="*/ 745173 w 1490346"/>
              <a:gd name="connsiteY3" fmla="*/ 840741 h 840741"/>
              <a:gd name="connsiteX4" fmla="*/ 1490346 w 1490346"/>
              <a:gd name="connsiteY4" fmla="*/ 95568 h 840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0346" h="840741">
                <a:moveTo>
                  <a:pt x="1480712" y="0"/>
                </a:moveTo>
                <a:lnTo>
                  <a:pt x="9634" y="0"/>
                </a:lnTo>
                <a:lnTo>
                  <a:pt x="0" y="95568"/>
                </a:lnTo>
                <a:cubicBezTo>
                  <a:pt x="0" y="507116"/>
                  <a:pt x="333625" y="840741"/>
                  <a:pt x="745173" y="840741"/>
                </a:cubicBezTo>
                <a:cubicBezTo>
                  <a:pt x="1156721" y="840741"/>
                  <a:pt x="1490346" y="507116"/>
                  <a:pt x="1490346" y="95568"/>
                </a:cubicBezTo>
                <a:close/>
              </a:path>
            </a:pathLst>
          </a:custGeom>
          <a:gradFill flip="none" rotWithShape="1">
            <a:gsLst>
              <a:gs pos="0">
                <a:schemeClr val="bg1">
                  <a:alpha val="10000"/>
                </a:schemeClr>
              </a:gs>
              <a:gs pos="89000">
                <a:schemeClr val="accent1">
                  <a:alpha val="25000"/>
                </a:schemeClr>
              </a:gs>
            </a:gsLst>
            <a:lin ang="13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cxnSp>
        <p:nvCxnSpPr>
          <p:cNvPr id="22" name="直接连接符 21"/>
          <p:cNvCxnSpPr/>
          <p:nvPr>
            <p:custDataLst>
              <p:tags r:id="rId4"/>
            </p:custDataLst>
          </p:nvPr>
        </p:nvCxnSpPr>
        <p:spPr>
          <a:xfrm>
            <a:off x="1144905" y="60134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custDataLst>
              <p:tags r:id="rId5"/>
            </p:custDataLst>
          </p:nvPr>
        </p:nvCxnSpPr>
        <p:spPr>
          <a:xfrm>
            <a:off x="1144905" y="65976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6"/>
            </p:custDataLst>
          </p:nvPr>
        </p:nvCxnSpPr>
        <p:spPr>
          <a:xfrm>
            <a:off x="1144905" y="71818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矩形: 圆顶角 12"/>
          <p:cNvSpPr/>
          <p:nvPr>
            <p:custDataLst>
              <p:tags r:id="rId7"/>
            </p:custDataLst>
          </p:nvPr>
        </p:nvSpPr>
        <p:spPr>
          <a:xfrm rot="16200000" flipH="1">
            <a:off x="1751330" y="2410460"/>
            <a:ext cx="1711325" cy="31845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8" name="矩形: 圆顶角 13"/>
          <p:cNvSpPr/>
          <p:nvPr>
            <p:custDataLst>
              <p:tags r:id="rId8"/>
            </p:custDataLst>
          </p:nvPr>
        </p:nvSpPr>
        <p:spPr>
          <a:xfrm rot="5400000" flipH="1">
            <a:off x="2086610" y="3187065"/>
            <a:ext cx="1711325" cy="3228975"/>
          </a:xfrm>
          <a:prstGeom prst="round2SameRect">
            <a:avLst>
              <a:gd name="adj1" fmla="val 50000"/>
              <a:gd name="adj2" fmla="val 0"/>
            </a:avLst>
          </a:prstGeom>
          <a:gradFill flip="none" rotWithShape="1">
            <a:gsLst>
              <a:gs pos="100000">
                <a:schemeClr val="accent6">
                  <a:lumMod val="20000"/>
                  <a:lumOff val="80000"/>
                  <a:alpha val="0"/>
                </a:schemeClr>
              </a:gs>
              <a:gs pos="0">
                <a:schemeClr val="bg1">
                  <a:alpha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 name="标题"/>
          <p:cNvSpPr txBox="1">
            <a:spLocks noGrp="1"/>
          </p:cNvSpPr>
          <p:nvPr>
            <p:ph type="title" idx="1" hasCustomPrompt="1"/>
            <p:custDataLst>
              <p:tags r:id="rId9"/>
            </p:custDataLst>
          </p:nvPr>
        </p:nvSpPr>
        <p:spPr>
          <a:xfrm>
            <a:off x="1739264" y="1067435"/>
            <a:ext cx="4524597" cy="907415"/>
          </a:xfrm>
          <a:prstGeom prst="rect">
            <a:avLst/>
          </a:prstGeom>
          <a:noFill/>
        </p:spPr>
        <p:txBody>
          <a:bodyPr wrap="square" lIns="0" tIns="0" rIns="0" bIns="0" rtlCol="0" anchor="ctr">
            <a:normAutofit/>
          </a:bodyPr>
          <a:lstStyle>
            <a:lvl1pPr marL="0" marR="0" algn="l" defTabSz="914400" rtl="0" eaLnBrk="1" fontAlgn="auto" latinLnBrk="0" hangingPunct="1">
              <a:lnSpc>
                <a:spcPct val="100000"/>
              </a:lnSpc>
              <a:buClrTx/>
              <a:buSzTx/>
              <a:buFontTx/>
              <a:buNone/>
              <a:defRPr kumimoji="0" lang="en-US" sz="5400" b="1" i="0" u="none" strike="noStrike" kern="1200" cap="none" spc="0" normalizeH="0" baseline="0" noProof="1" dirty="0">
                <a:solidFill>
                  <a:schemeClr val="accent2"/>
                </a:solidFill>
                <a:latin typeface="+mj-lt"/>
              </a:defRPr>
            </a:lvl1pPr>
          </a:lstStyle>
          <a:p>
            <a:pPr lvl="0"/>
            <a:r>
              <a:rPr dirty="0">
                <a:latin typeface="+mj-lt"/>
                <a:sym typeface="+mn-ea"/>
              </a:rPr>
              <a:t>Click to add title</a:t>
            </a:r>
            <a:endParaRPr dirty="0">
              <a:sym typeface="+mn-ea"/>
            </a:endParaRPr>
          </a:p>
        </p:txBody>
      </p:sp>
      <p:sp>
        <p:nvSpPr>
          <p:cNvPr id="3" name="日期占位符 2"/>
          <p:cNvSpPr>
            <a:spLocks noGrp="1"/>
          </p:cNvSpPr>
          <p:nvPr>
            <p:ph type="dt" sz="half" idx="10"/>
            <p:custDataLst>
              <p:tags r:id="rId10"/>
            </p:custDataLst>
          </p:nvPr>
        </p:nvSpPr>
        <p:spPr>
          <a:xfrm>
            <a:off x="838200" y="6356350"/>
            <a:ext cx="2743200" cy="365125"/>
          </a:xfrm>
        </p:spPr>
        <p:txBody>
          <a:bodyPr/>
          <a:lstStyle/>
          <a:p>
            <a:r>
              <a:rPr lang="en-US"/>
              <a:t>Date Area</a:t>
            </a:r>
            <a:endParaRPr lang="en-US"/>
          </a:p>
        </p:txBody>
      </p:sp>
      <p:sp>
        <p:nvSpPr>
          <p:cNvPr id="4" name="页脚占位符 3"/>
          <p:cNvSpPr>
            <a:spLocks noGrp="1"/>
          </p:cNvSpPr>
          <p:nvPr>
            <p:ph type="ftr" sz="quarter" idx="11"/>
            <p:custDataLst>
              <p:tags r:id="rId11"/>
            </p:custDataLst>
          </p:nvPr>
        </p:nvSpPr>
        <p:spPr>
          <a:xfrm>
            <a:off x="4038600" y="6356350"/>
            <a:ext cx="4114800" cy="365125"/>
          </a:xfrm>
        </p:spPr>
        <p:txBody>
          <a:bodyPr/>
          <a:lstStyle/>
          <a:p>
            <a:endParaRPr lang="en-US"/>
          </a:p>
        </p:txBody>
      </p:sp>
      <p:sp>
        <p:nvSpPr>
          <p:cNvPr id="5" name="灯片编号占位符 4"/>
          <p:cNvSpPr>
            <a:spLocks noGrp="1"/>
          </p:cNvSpPr>
          <p:nvPr>
            <p:ph type="sldNum" sz="quarter" idx="12"/>
            <p:custDataLst>
              <p:tags r:id="rId12"/>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82" name="椭圆 81"/>
          <p:cNvSpPr>
            <a:spLocks noChangeAspect="1"/>
          </p:cNvSpPr>
          <p:nvPr>
            <p:custDataLst>
              <p:tags r:id="rId3"/>
            </p:custDataLst>
          </p:nvPr>
        </p:nvSpPr>
        <p:spPr>
          <a:xfrm flipH="1">
            <a:off x="7226300" y="2954655"/>
            <a:ext cx="1763395" cy="1763395"/>
          </a:xfrm>
          <a:prstGeom prst="ellipse">
            <a:avLst/>
          </a:prstGeom>
          <a:gradFill flip="none" rotWithShape="1">
            <a:gsLst>
              <a:gs pos="0">
                <a:schemeClr val="bg1">
                  <a:alpha val="5000"/>
                </a:schemeClr>
              </a:gs>
              <a:gs pos="89000">
                <a:schemeClr val="accent1">
                  <a:lumMod val="40000"/>
                  <a:lumOff val="60000"/>
                  <a:alpha val="60000"/>
                </a:schemeClr>
              </a:gs>
            </a:gsLst>
            <a:lin ang="15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ym typeface="+mn-lt"/>
            </a:endParaRPr>
          </a:p>
        </p:txBody>
      </p:sp>
      <p:sp>
        <p:nvSpPr>
          <p:cNvPr id="15" name="矩形: 圆顶角 12"/>
          <p:cNvSpPr/>
          <p:nvPr>
            <p:custDataLst>
              <p:tags r:id="rId4"/>
            </p:custDataLst>
          </p:nvPr>
        </p:nvSpPr>
        <p:spPr>
          <a:xfrm flipH="1">
            <a:off x="2816225" y="1450340"/>
            <a:ext cx="1893570" cy="3524250"/>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4" name="矩形: 圆顶角 13"/>
          <p:cNvSpPr/>
          <p:nvPr>
            <p:custDataLst>
              <p:tags r:id="rId5"/>
            </p:custDataLst>
          </p:nvPr>
        </p:nvSpPr>
        <p:spPr>
          <a:xfrm rot="10800000" flipH="1">
            <a:off x="1900555" y="1906270"/>
            <a:ext cx="1893570" cy="3573145"/>
          </a:xfrm>
          <a:prstGeom prst="round2SameRect">
            <a:avLst>
              <a:gd name="adj1" fmla="val 50000"/>
              <a:gd name="adj2" fmla="val 0"/>
            </a:avLst>
          </a:prstGeom>
          <a:gradFill flip="none" rotWithShape="1">
            <a:gsLst>
              <a:gs pos="95000">
                <a:schemeClr val="accent6">
                  <a:lumMod val="20000"/>
                  <a:lumOff val="80000"/>
                  <a:alpha val="0"/>
                </a:schemeClr>
              </a:gs>
              <a:gs pos="0">
                <a:schemeClr val="bg1">
                  <a:alpha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3" name="任意多边形: 形状 9"/>
          <p:cNvSpPr/>
          <p:nvPr>
            <p:custDataLst>
              <p:tags r:id="rId6"/>
            </p:custDataLst>
          </p:nvPr>
        </p:nvSpPr>
        <p:spPr>
          <a:xfrm flipH="1">
            <a:off x="10156823" y="0"/>
            <a:ext cx="1490346" cy="840741"/>
          </a:xfrm>
          <a:custGeom>
            <a:avLst/>
            <a:gdLst>
              <a:gd name="connsiteX0" fmla="*/ 1480712 w 1490346"/>
              <a:gd name="connsiteY0" fmla="*/ 0 h 840741"/>
              <a:gd name="connsiteX1" fmla="*/ 9634 w 1490346"/>
              <a:gd name="connsiteY1" fmla="*/ 0 h 840741"/>
              <a:gd name="connsiteX2" fmla="*/ 0 w 1490346"/>
              <a:gd name="connsiteY2" fmla="*/ 95568 h 840741"/>
              <a:gd name="connsiteX3" fmla="*/ 745173 w 1490346"/>
              <a:gd name="connsiteY3" fmla="*/ 840741 h 840741"/>
              <a:gd name="connsiteX4" fmla="*/ 1490346 w 1490346"/>
              <a:gd name="connsiteY4" fmla="*/ 95568 h 840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0346" h="840741">
                <a:moveTo>
                  <a:pt x="1480712" y="0"/>
                </a:moveTo>
                <a:lnTo>
                  <a:pt x="9634" y="0"/>
                </a:lnTo>
                <a:lnTo>
                  <a:pt x="0" y="95568"/>
                </a:lnTo>
                <a:cubicBezTo>
                  <a:pt x="0" y="507116"/>
                  <a:pt x="333625" y="840741"/>
                  <a:pt x="745173" y="840741"/>
                </a:cubicBezTo>
                <a:cubicBezTo>
                  <a:pt x="1156721" y="840741"/>
                  <a:pt x="1490346" y="507116"/>
                  <a:pt x="1490346" y="95568"/>
                </a:cubicBezTo>
                <a:close/>
              </a:path>
            </a:pathLst>
          </a:custGeom>
          <a:gradFill flip="none" rotWithShape="1">
            <a:gsLst>
              <a:gs pos="0">
                <a:schemeClr val="bg1">
                  <a:alpha val="10000"/>
                </a:schemeClr>
              </a:gs>
              <a:gs pos="89000">
                <a:schemeClr val="accent1">
                  <a:alpha val="25000"/>
                </a:schemeClr>
              </a:gs>
            </a:gsLst>
            <a:lin ang="13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cxnSp>
        <p:nvCxnSpPr>
          <p:cNvPr id="22" name="直接连接符 21"/>
          <p:cNvCxnSpPr/>
          <p:nvPr>
            <p:custDataLst>
              <p:tags r:id="rId7"/>
            </p:custDataLst>
          </p:nvPr>
        </p:nvCxnSpPr>
        <p:spPr>
          <a:xfrm>
            <a:off x="1144905" y="60134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custDataLst>
              <p:tags r:id="rId8"/>
            </p:custDataLst>
          </p:nvPr>
        </p:nvCxnSpPr>
        <p:spPr>
          <a:xfrm>
            <a:off x="1144905" y="65976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1144905" y="71818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椭圆 10"/>
          <p:cNvSpPr>
            <a:spLocks noChangeAspect="1"/>
          </p:cNvSpPr>
          <p:nvPr>
            <p:custDataLst>
              <p:tags r:id="rId10"/>
            </p:custDataLst>
          </p:nvPr>
        </p:nvSpPr>
        <p:spPr>
          <a:xfrm>
            <a:off x="10348595" y="6252210"/>
            <a:ext cx="107950" cy="10795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p:cNvSpPr>
            <a:spLocks noChangeAspect="1"/>
          </p:cNvSpPr>
          <p:nvPr>
            <p:custDataLst>
              <p:tags r:id="rId11"/>
            </p:custDataLst>
          </p:nvPr>
        </p:nvSpPr>
        <p:spPr>
          <a:xfrm>
            <a:off x="10596245" y="6252210"/>
            <a:ext cx="107950" cy="10795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椭圆 8"/>
          <p:cNvSpPr>
            <a:spLocks noChangeAspect="1"/>
          </p:cNvSpPr>
          <p:nvPr>
            <p:custDataLst>
              <p:tags r:id="rId12"/>
            </p:custDataLst>
          </p:nvPr>
        </p:nvSpPr>
        <p:spPr>
          <a:xfrm>
            <a:off x="10100945" y="6252210"/>
            <a:ext cx="107950" cy="10795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7" name="图片 56" descr="箭头 右"/>
          <p:cNvPicPr>
            <a:picLocks noChangeAspect="1"/>
          </p:cNvPicPr>
          <p:nvPr>
            <p:custDataLst>
              <p:tags r:id="rId13"/>
            </p:custDataLst>
          </p:nvPr>
        </p:nvPicPr>
        <p:blipFill>
          <a:blip r:embed="rId14">
            <a:extLst>
              <a:ext uri="{96DAC541-7B7A-43D3-8B79-37D633B846F1}">
                <asvg:svgBlip xmlns:asvg="http://schemas.microsoft.com/office/drawing/2016/SVG/main" r:embed="rId15"/>
              </a:ext>
            </a:extLst>
          </a:blip>
          <a:stretch>
            <a:fillRect/>
          </a:stretch>
        </p:blipFill>
        <p:spPr>
          <a:xfrm>
            <a:off x="1412875" y="6229350"/>
            <a:ext cx="153670" cy="153670"/>
          </a:xfrm>
          <a:prstGeom prst="rect">
            <a:avLst/>
          </a:prstGeom>
        </p:spPr>
      </p:pic>
      <p:pic>
        <p:nvPicPr>
          <p:cNvPr id="58" name="图片 57" descr="箭头 右"/>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flipH="1">
            <a:off x="1144905" y="6229350"/>
            <a:ext cx="153670" cy="153670"/>
          </a:xfrm>
          <a:prstGeom prst="rect">
            <a:avLst/>
          </a:prstGeom>
        </p:spPr>
      </p:pic>
      <p:sp>
        <p:nvSpPr>
          <p:cNvPr id="8" name="标题"/>
          <p:cNvSpPr txBox="1">
            <a:spLocks noGrp="1"/>
          </p:cNvSpPr>
          <p:nvPr>
            <p:ph type="title" idx="2" hasCustomPrompt="1"/>
            <p:custDataLst>
              <p:tags r:id="rId19"/>
            </p:custDataLst>
          </p:nvPr>
        </p:nvSpPr>
        <p:spPr>
          <a:xfrm>
            <a:off x="4709795" y="2879090"/>
            <a:ext cx="6257925" cy="3349625"/>
          </a:xfrm>
          <a:prstGeom prst="rect">
            <a:avLst/>
          </a:prstGeom>
          <a:noFill/>
        </p:spPr>
        <p:txBody>
          <a:bodyPr wrap="square" lIns="0" tIns="0" rIns="0" bIns="0" rtlCol="0" anchor="t">
            <a:normAutofit/>
          </a:bodyPr>
          <a:lstStyle>
            <a:lvl1pPr marL="0" marR="0" algn="r" defTabSz="914400" rtl="0" eaLnBrk="1" fontAlgn="auto" latinLnBrk="0" hangingPunct="1">
              <a:lnSpc>
                <a:spcPct val="100000"/>
              </a:lnSpc>
              <a:buClrTx/>
              <a:buSzTx/>
              <a:buFontTx/>
              <a:buNone/>
              <a:defRPr kumimoji="0" lang="en-US" sz="6000" b="1" i="0" u="none" strike="noStrike" kern="1200" cap="none" spc="0" normalizeH="0" baseline="0" noProof="1" dirty="0">
                <a:gradFill>
                  <a:gsLst>
                    <a:gs pos="20000">
                      <a:schemeClr val="accent2"/>
                    </a:gs>
                    <a:gs pos="100000">
                      <a:schemeClr val="accent1">
                        <a:lumMod val="60000"/>
                        <a:lumOff val="40000"/>
                      </a:schemeClr>
                    </a:gs>
                  </a:gsLst>
                  <a:lin ang="4800000" scaled="0"/>
                </a:gradFill>
                <a:latin typeface="+mj-lt"/>
              </a:defRPr>
            </a:lvl1pPr>
          </a:lstStyle>
          <a:p>
            <a:pPr lvl="0" algn="r"/>
            <a:r>
              <a:rPr lang="en-US" dirty="0">
                <a:latin typeface="+mj-lt"/>
                <a:sym typeface="+mn-ea"/>
              </a:rPr>
              <a:t>Click to add title</a:t>
            </a:r>
            <a:endParaRPr dirty="0">
              <a:sym typeface="+mn-ea"/>
            </a:endParaRPr>
          </a:p>
        </p:txBody>
      </p:sp>
      <p:sp>
        <p:nvSpPr>
          <p:cNvPr id="7" name="节编号"/>
          <p:cNvSpPr txBox="1">
            <a:spLocks noGrp="1"/>
          </p:cNvSpPr>
          <p:nvPr>
            <p:ph type="body" idx="1" hasCustomPrompt="1"/>
            <p:custDataLst>
              <p:tags r:id="rId20"/>
            </p:custDataLst>
          </p:nvPr>
        </p:nvSpPr>
        <p:spPr>
          <a:xfrm>
            <a:off x="6238875" y="1652270"/>
            <a:ext cx="4728845" cy="1151890"/>
          </a:xfrm>
          <a:prstGeom prst="rect">
            <a:avLst/>
          </a:prstGeom>
          <a:noFill/>
        </p:spPr>
        <p:txBody>
          <a:bodyPr wrap="none" lIns="0" tIns="0" rIns="0" bIns="0" rtlCol="0" anchor="b" anchorCtr="0">
            <a:normAutofit/>
          </a:bodyPr>
          <a:lstStyle>
            <a:lvl1pPr marL="0" marR="0" algn="r" defTabSz="914400" rtl="0" eaLnBrk="1" fontAlgn="auto" latinLnBrk="0" hangingPunct="1">
              <a:lnSpc>
                <a:spcPct val="120000"/>
              </a:lnSpc>
              <a:buClrTx/>
              <a:buSzTx/>
              <a:buFontTx/>
              <a:buNone/>
              <a:defRPr kumimoji="0" lang="en-US" sz="4400" b="0" i="0" u="none" strike="noStrike" kern="1200" cap="none" spc="0" normalizeH="0" baseline="0" noProof="1" dirty="0">
                <a:gradFill>
                  <a:gsLst>
                    <a:gs pos="7000">
                      <a:schemeClr val="accent1">
                        <a:lumMod val="60000"/>
                        <a:lumOff val="40000"/>
                      </a:schemeClr>
                    </a:gs>
                    <a:gs pos="100000">
                      <a:schemeClr val="accent2">
                        <a:lumMod val="60000"/>
                        <a:lumOff val="40000"/>
                      </a:schemeClr>
                    </a:gs>
                  </a:gsLst>
                  <a:lin ang="7800000" scaled="0"/>
                </a:gradFill>
                <a:latin typeface="+mn-lt"/>
              </a:defRPr>
            </a:lvl1pPr>
          </a:lstStyle>
          <a:p>
            <a:pPr lvl="0" algn="r">
              <a:lnSpc>
                <a:spcPct val="120000"/>
              </a:lnSpc>
            </a:pPr>
            <a:r>
              <a:rPr dirty="0">
                <a:latin typeface="+mn-lt"/>
                <a:sym typeface="+mn-ea"/>
              </a:rPr>
              <a:t>Click to add text</a:t>
            </a:r>
            <a:endParaRPr dirty="0">
              <a:sym typeface="+mn-ea"/>
            </a:endParaRPr>
          </a:p>
        </p:txBody>
      </p:sp>
      <p:sp>
        <p:nvSpPr>
          <p:cNvPr id="4" name="日期占位符 3"/>
          <p:cNvSpPr>
            <a:spLocks noGrp="1"/>
          </p:cNvSpPr>
          <p:nvPr>
            <p:ph type="dt" sz="half" idx="10"/>
            <p:custDataLst>
              <p:tags r:id="rId21"/>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22"/>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23"/>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1" name="正文"/>
          <p:cNvSpPr txBox="1">
            <a:spLocks noGrp="1"/>
          </p:cNvSpPr>
          <p:nvPr>
            <p:ph idx="7" hasCustomPrompt="1"/>
            <p:custDataLst>
              <p:tags r:id="rId3"/>
            </p:custDataLst>
          </p:nvPr>
        </p:nvSpPr>
        <p:spPr>
          <a:xfrm>
            <a:off x="6400805" y="1490357"/>
            <a:ext cx="5176800" cy="4759236"/>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latin typeface="+mn-lt"/>
                <a:sym typeface="+mn-ea"/>
              </a:rPr>
              <a:t>Click to add text</a:t>
            </a:r>
            <a:endParaRPr dirty="0">
              <a:sym typeface="+mn-ea"/>
            </a:endParaRPr>
          </a:p>
        </p:txBody>
      </p:sp>
      <p:sp>
        <p:nvSpPr>
          <p:cNvPr id="9" name="正文"/>
          <p:cNvSpPr txBox="1">
            <a:spLocks noGrp="1"/>
          </p:cNvSpPr>
          <p:nvPr>
            <p:ph idx="6" hasCustomPrompt="1"/>
            <p:custDataLst>
              <p:tags r:id="rId4"/>
            </p:custDataLst>
          </p:nvPr>
        </p:nvSpPr>
        <p:spPr>
          <a:xfrm>
            <a:off x="608400" y="1490357"/>
            <a:ext cx="5176800" cy="4759236"/>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latin typeface="+mn-lt"/>
                <a:sym typeface="+mn-ea"/>
              </a:rPr>
              <a:t>Click to add text</a:t>
            </a:r>
            <a:endParaRPr dirty="0">
              <a:sym typeface="+mn-ea"/>
            </a:endParaRPr>
          </a:p>
        </p:txBody>
      </p:sp>
      <p:sp>
        <p:nvSpPr>
          <p:cNvPr id="8" name="标题"/>
          <p:cNvSpPr txBox="1">
            <a:spLocks noGrp="1"/>
          </p:cNvSpPr>
          <p:nvPr>
            <p:ph type="title" idx="5" hasCustomPrompt="1"/>
            <p:custDataLst>
              <p:tags r:id="rId5"/>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r>
              <a:rPr dirty="0">
                <a:latin typeface="+mj-lt"/>
                <a:sym typeface="+mn-ea"/>
              </a:rPr>
              <a:t>Click to add title</a:t>
            </a:r>
            <a:endParaRPr dirty="0">
              <a:sym typeface="+mn-ea"/>
            </a:endParaRPr>
          </a:p>
        </p:txBody>
      </p:sp>
      <p:sp>
        <p:nvSpPr>
          <p:cNvPr id="10" name="矩形: 圆顶角 12"/>
          <p:cNvSpPr/>
          <p:nvPr>
            <p:custDataLst>
              <p:tags r:id="rId6"/>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cxnSp>
        <p:nvCxnSpPr>
          <p:cNvPr id="15" name="直接连接符 14"/>
          <p:cNvCxnSpPr/>
          <p:nvPr>
            <p:custDataLst>
              <p:tags r:id="rId7"/>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8"/>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9"/>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日期占位符 4"/>
          <p:cNvSpPr>
            <a:spLocks noGrp="1"/>
          </p:cNvSpPr>
          <p:nvPr>
            <p:ph type="dt" sz="half" idx="10"/>
            <p:custDataLst>
              <p:tags r:id="rId10"/>
            </p:custDataLst>
          </p:nvPr>
        </p:nvSpPr>
        <p:spPr>
          <a:xfrm>
            <a:off x="838200" y="6356350"/>
            <a:ext cx="2743200" cy="365125"/>
          </a:xfrm>
        </p:spPr>
        <p:txBody>
          <a:bodyPr/>
          <a:lstStyle/>
          <a:p>
            <a:r>
              <a:rPr lang="en-US"/>
              <a:t>Date Area</a:t>
            </a:r>
            <a:endParaRPr lang="en-US"/>
          </a:p>
        </p:txBody>
      </p:sp>
      <p:sp>
        <p:nvSpPr>
          <p:cNvPr id="6" name="页脚占位符 5"/>
          <p:cNvSpPr>
            <a:spLocks noGrp="1"/>
          </p:cNvSpPr>
          <p:nvPr>
            <p:ph type="ftr" sz="quarter" idx="11"/>
            <p:custDataLst>
              <p:tags r:id="rId11"/>
            </p:custDataLst>
          </p:nvPr>
        </p:nvSpPr>
        <p:spPr>
          <a:xfrm>
            <a:off x="4038600" y="6356350"/>
            <a:ext cx="4114800" cy="365125"/>
          </a:xfrm>
        </p:spPr>
        <p:txBody>
          <a:bodyPr/>
          <a:lstStyle/>
          <a:p>
            <a:endParaRPr lang="en-US"/>
          </a:p>
        </p:txBody>
      </p:sp>
      <p:sp>
        <p:nvSpPr>
          <p:cNvPr id="7" name="灯片编号占位符 6"/>
          <p:cNvSpPr>
            <a:spLocks noGrp="1"/>
          </p:cNvSpPr>
          <p:nvPr>
            <p:ph type="sldNum" sz="quarter" idx="12"/>
            <p:custDataLst>
              <p:tags r:id="rId12"/>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8" name="正文"/>
          <p:cNvSpPr txBox="1">
            <a:spLocks noGrp="1"/>
          </p:cNvSpPr>
          <p:nvPr>
            <p:ph idx="9" hasCustomPrompt="1"/>
            <p:custDataLst>
              <p:tags r:id="rId3"/>
            </p:custDataLst>
          </p:nvPr>
        </p:nvSpPr>
        <p:spPr>
          <a:xfrm>
            <a:off x="6235200" y="1854000"/>
            <a:ext cx="5342400"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latin typeface="+mn-lt"/>
                <a:sym typeface="+mn-ea"/>
              </a:rPr>
              <a:t>Click to add text</a:t>
            </a:r>
            <a:endParaRPr dirty="0">
              <a:sym typeface="+mn-ea"/>
            </a:endParaRPr>
          </a:p>
        </p:txBody>
      </p:sp>
      <p:sp>
        <p:nvSpPr>
          <p:cNvPr id="14" name="标题"/>
          <p:cNvSpPr txBox="1">
            <a:spLocks noGrp="1"/>
          </p:cNvSpPr>
          <p:nvPr>
            <p:ph type="title" idx="8" hasCustomPrompt="1"/>
            <p:custDataLst>
              <p:tags r:id="rId4"/>
            </p:custDataLst>
          </p:nvPr>
        </p:nvSpPr>
        <p:spPr>
          <a:xfrm>
            <a:off x="6235200" y="1429200"/>
            <a:ext cx="5342400" cy="40011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2000" b="1" i="0" u="none" strike="noStrike" kern="1200" cap="none" spc="0" normalizeH="0" baseline="0" noProof="1" dirty="0">
                <a:solidFill>
                  <a:schemeClr val="tx1">
                    <a:lumMod val="85000"/>
                    <a:lumOff val="15000"/>
                  </a:schemeClr>
                </a:solidFill>
                <a:latin typeface="+mj-lt"/>
              </a:defRPr>
            </a:lvl1pPr>
          </a:lstStyle>
          <a:p>
            <a:pPr lvl="0"/>
            <a:r>
              <a:rPr dirty="0">
                <a:latin typeface="+mj-lt"/>
                <a:sym typeface="+mn-ea"/>
              </a:rPr>
              <a:t>Click to add title</a:t>
            </a:r>
            <a:endParaRPr dirty="0">
              <a:sym typeface="+mn-ea"/>
            </a:endParaRPr>
          </a:p>
        </p:txBody>
      </p:sp>
      <p:sp>
        <p:nvSpPr>
          <p:cNvPr id="13" name="正文"/>
          <p:cNvSpPr txBox="1">
            <a:spLocks noGrp="1"/>
          </p:cNvSpPr>
          <p:nvPr>
            <p:ph idx="7" hasCustomPrompt="1"/>
            <p:custDataLst>
              <p:tags r:id="rId5"/>
            </p:custDataLst>
          </p:nvPr>
        </p:nvSpPr>
        <p:spPr>
          <a:xfrm>
            <a:off x="608400" y="1854000"/>
            <a:ext cx="5342400"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latin typeface="+mn-lt"/>
                <a:sym typeface="+mn-ea"/>
              </a:rPr>
              <a:t>Click to add text</a:t>
            </a:r>
            <a:endParaRPr dirty="0">
              <a:sym typeface="+mn-ea"/>
            </a:endParaRPr>
          </a:p>
        </p:txBody>
      </p:sp>
      <p:sp>
        <p:nvSpPr>
          <p:cNvPr id="12" name="标题"/>
          <p:cNvSpPr txBox="1">
            <a:spLocks noGrp="1"/>
          </p:cNvSpPr>
          <p:nvPr>
            <p:ph type="title" idx="6" hasCustomPrompt="1"/>
            <p:custDataLst>
              <p:tags r:id="rId6"/>
            </p:custDataLst>
          </p:nvPr>
        </p:nvSpPr>
        <p:spPr>
          <a:xfrm>
            <a:off x="608400" y="1429200"/>
            <a:ext cx="5342400" cy="40011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2000" b="1" i="0" u="none" strike="noStrike" kern="1200" cap="none" spc="0" normalizeH="0" baseline="0" noProof="1" dirty="0">
                <a:solidFill>
                  <a:schemeClr val="tx1">
                    <a:lumMod val="85000"/>
                    <a:lumOff val="15000"/>
                  </a:schemeClr>
                </a:solidFill>
                <a:latin typeface="+mj-lt"/>
              </a:defRPr>
            </a:lvl1pPr>
          </a:lstStyle>
          <a:p>
            <a:pPr lvl="0"/>
            <a:r>
              <a:rPr dirty="0">
                <a:latin typeface="+mj-lt"/>
                <a:sym typeface="+mn-ea"/>
              </a:rPr>
              <a:t>Click to add title</a:t>
            </a:r>
            <a:endParaRPr dirty="0">
              <a:sym typeface="+mn-ea"/>
            </a:endParaRPr>
          </a:p>
        </p:txBody>
      </p:sp>
      <p:sp>
        <p:nvSpPr>
          <p:cNvPr id="11" name="标题"/>
          <p:cNvSpPr txBox="1">
            <a:spLocks noGrp="1"/>
          </p:cNvSpPr>
          <p:nvPr>
            <p:ph type="title" idx="5" hasCustomPrompt="1"/>
            <p:custDataLst>
              <p:tags r:id="rId7"/>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r>
              <a:rPr dirty="0">
                <a:latin typeface="+mj-lt"/>
                <a:sym typeface="+mn-ea"/>
              </a:rPr>
              <a:t>Click to add title</a:t>
            </a:r>
            <a:endParaRPr dirty="0">
              <a:sym typeface="+mn-ea"/>
            </a:endParaRPr>
          </a:p>
        </p:txBody>
      </p:sp>
      <p:sp>
        <p:nvSpPr>
          <p:cNvPr id="10" name="矩形: 圆顶角 12"/>
          <p:cNvSpPr/>
          <p:nvPr>
            <p:custDataLst>
              <p:tags r:id="rId8"/>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cxnSp>
        <p:nvCxnSpPr>
          <p:cNvPr id="15" name="直接连接符 14"/>
          <p:cNvCxnSpPr/>
          <p:nvPr>
            <p:custDataLst>
              <p:tags r:id="rId9"/>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10"/>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11"/>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日期占位符 6"/>
          <p:cNvSpPr>
            <a:spLocks noGrp="1"/>
          </p:cNvSpPr>
          <p:nvPr>
            <p:ph type="dt" sz="half" idx="10"/>
            <p:custDataLst>
              <p:tags r:id="rId12"/>
            </p:custDataLst>
          </p:nvPr>
        </p:nvSpPr>
        <p:spPr>
          <a:xfrm>
            <a:off x="838200" y="6356350"/>
            <a:ext cx="2743200" cy="365125"/>
          </a:xfrm>
        </p:spPr>
        <p:txBody>
          <a:bodyPr/>
          <a:lstStyle/>
          <a:p>
            <a:r>
              <a:rPr lang="en-US"/>
              <a:t>Date Area</a:t>
            </a:r>
            <a:endParaRPr lang="en-US"/>
          </a:p>
        </p:txBody>
      </p:sp>
      <p:sp>
        <p:nvSpPr>
          <p:cNvPr id="8" name="页脚占位符 7"/>
          <p:cNvSpPr>
            <a:spLocks noGrp="1"/>
          </p:cNvSpPr>
          <p:nvPr>
            <p:ph type="ftr" sz="quarter" idx="11"/>
            <p:custDataLst>
              <p:tags r:id="rId13"/>
            </p:custDataLst>
          </p:nvPr>
        </p:nvSpPr>
        <p:spPr>
          <a:xfrm>
            <a:off x="4038600" y="6356350"/>
            <a:ext cx="4114800" cy="365125"/>
          </a:xfrm>
        </p:spPr>
        <p:txBody>
          <a:bodyPr/>
          <a:lstStyle/>
          <a:p>
            <a:endParaRPr lang="en-US"/>
          </a:p>
        </p:txBody>
      </p:sp>
      <p:sp>
        <p:nvSpPr>
          <p:cNvPr id="9" name="灯片编号占位符 8"/>
          <p:cNvSpPr>
            <a:spLocks noGrp="1"/>
          </p:cNvSpPr>
          <p:nvPr>
            <p:ph type="sldNum" sz="quarter" idx="12"/>
            <p:custDataLst>
              <p:tags r:id="rId14"/>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showMasterSp="0">
  <p:cSld name="Title Only">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标题"/>
          <p:cNvSpPr txBox="1">
            <a:spLocks noGrp="1"/>
          </p:cNvSpPr>
          <p:nvPr>
            <p:ph type="title" idx="5" hasCustomPrompt="1"/>
            <p:custDataLst>
              <p:tags r:id="rId3"/>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r>
              <a:rPr dirty="0">
                <a:latin typeface="+mj-lt"/>
                <a:sym typeface="+mn-ea"/>
              </a:rPr>
              <a:t>Click to add title</a:t>
            </a:r>
            <a:endParaRPr dirty="0">
              <a:sym typeface="+mn-ea"/>
            </a:endParaRPr>
          </a:p>
        </p:txBody>
      </p:sp>
      <p:sp>
        <p:nvSpPr>
          <p:cNvPr id="6" name="矩形: 圆顶角 12"/>
          <p:cNvSpPr/>
          <p:nvPr>
            <p:custDataLst>
              <p:tags r:id="rId4"/>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cxnSp>
        <p:nvCxnSpPr>
          <p:cNvPr id="15" name="直接连接符 14"/>
          <p:cNvCxnSpPr/>
          <p:nvPr>
            <p:custDataLst>
              <p:tags r:id="rId5"/>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6"/>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7"/>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日期占位符 2"/>
          <p:cNvSpPr>
            <a:spLocks noGrp="1"/>
          </p:cNvSpPr>
          <p:nvPr>
            <p:ph type="dt" sz="half" idx="10"/>
            <p:custDataLst>
              <p:tags r:id="rId8"/>
            </p:custDataLst>
          </p:nvPr>
        </p:nvSpPr>
        <p:spPr>
          <a:xfrm>
            <a:off x="838200" y="6356350"/>
            <a:ext cx="2743200" cy="365125"/>
          </a:xfrm>
        </p:spPr>
        <p:txBody>
          <a:bodyPr/>
          <a:lstStyle/>
          <a:p>
            <a:r>
              <a:rPr lang="en-US"/>
              <a:t>Date Area</a:t>
            </a:r>
            <a:endParaRPr lang="en-US"/>
          </a:p>
        </p:txBody>
      </p:sp>
      <p:sp>
        <p:nvSpPr>
          <p:cNvPr id="4" name="页脚占位符 3"/>
          <p:cNvSpPr>
            <a:spLocks noGrp="1"/>
          </p:cNvSpPr>
          <p:nvPr>
            <p:ph type="ftr" sz="quarter" idx="11"/>
            <p:custDataLst>
              <p:tags r:id="rId9"/>
            </p:custDataLst>
          </p:nvPr>
        </p:nvSpPr>
        <p:spPr>
          <a:xfrm>
            <a:off x="4038600" y="6356350"/>
            <a:ext cx="4114800" cy="365125"/>
          </a:xfrm>
        </p:spPr>
        <p:txBody>
          <a:bodyPr/>
          <a:lstStyle/>
          <a:p>
            <a:endParaRPr lang="en-US"/>
          </a:p>
        </p:txBody>
      </p:sp>
      <p:sp>
        <p:nvSpPr>
          <p:cNvPr id="5" name="灯片编号占位符 4"/>
          <p:cNvSpPr>
            <a:spLocks noGrp="1"/>
          </p:cNvSpPr>
          <p:nvPr>
            <p:ph type="sldNum" sz="quarter" idx="12"/>
            <p:custDataLst>
              <p:tags r:id="rId10"/>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5" name="矩形 4"/>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日期占位符 1"/>
          <p:cNvSpPr>
            <a:spLocks noGrp="1"/>
          </p:cNvSpPr>
          <p:nvPr>
            <p:ph type="dt" sz="half" idx="10"/>
            <p:custDataLst>
              <p:tags r:id="rId3"/>
            </p:custDataLst>
          </p:nvPr>
        </p:nvSpPr>
        <p:spPr/>
        <p:txBody>
          <a:bodyPr/>
          <a:lstStyle/>
          <a:p>
            <a:r>
              <a:rPr lang="en-US"/>
              <a:t>Date Area</a:t>
            </a:r>
            <a:endParaRPr lang="en-US"/>
          </a:p>
        </p:txBody>
      </p:sp>
      <p:sp>
        <p:nvSpPr>
          <p:cNvPr id="3" name="页脚占位符 2"/>
          <p:cNvSpPr>
            <a:spLocks noGrp="1"/>
          </p:cNvSpPr>
          <p:nvPr>
            <p:ph type="ftr" sz="quarter" idx="11"/>
            <p:custDataLst>
              <p:tags r:id="rId4"/>
            </p:custDataLst>
          </p:nvPr>
        </p:nvSpPr>
        <p:spPr/>
        <p:txBody>
          <a:bodyPr/>
          <a:lstStyle/>
          <a:p>
            <a:endParaRPr lang="en-US"/>
          </a:p>
        </p:txBody>
      </p:sp>
      <p:sp>
        <p:nvSpPr>
          <p:cNvPr id="4" name="灯片编号占位符 3"/>
          <p:cNvSpPr>
            <a:spLocks noGrp="1"/>
          </p:cNvSpPr>
          <p:nvPr>
            <p:ph type="sldNum" sz="quarter" idx="12"/>
            <p:custDataLst>
              <p:tags r:id="rId5"/>
            </p:custDataLst>
          </p:nvPr>
        </p:nvSpPr>
        <p:spPr/>
        <p:txBody>
          <a:bodyPr/>
          <a:lstStyle/>
          <a:p>
            <a:fld id="{565CE74E-AB26-4998-AD42-012C4C1AD076}"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showMasterSp="0">
  <p:cSld name="Content Only">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正文"/>
          <p:cNvSpPr txBox="1">
            <a:spLocks noGrp="1"/>
          </p:cNvSpPr>
          <p:nvPr>
            <p:ph idx="1" hasCustomPrompt="1"/>
            <p:custDataLst>
              <p:tags r:id="rId3"/>
            </p:custDataLst>
          </p:nvPr>
        </p:nvSpPr>
        <p:spPr>
          <a:xfrm>
            <a:off x="695960" y="360045"/>
            <a:ext cx="10801985" cy="581787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latin typeface="+mn-lt"/>
                <a:sym typeface="+mn-ea"/>
              </a:rPr>
              <a:t>Click to add text</a:t>
            </a:r>
            <a:endParaRPr dirty="0">
              <a:sym typeface="+mn-ea"/>
            </a:endParaRPr>
          </a:p>
        </p:txBody>
      </p:sp>
      <p:sp>
        <p:nvSpPr>
          <p:cNvPr id="4" name="日期占位符 3"/>
          <p:cNvSpPr>
            <a:spLocks noGrp="1"/>
          </p:cNvSpPr>
          <p:nvPr>
            <p:ph type="dt" sz="half" idx="10"/>
            <p:custDataLst>
              <p:tags r:id="rId4"/>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5"/>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6"/>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showMasterSp="0">
  <p:cSld name="Title and Subtitle">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1" name="标题"/>
          <p:cNvSpPr txBox="1">
            <a:spLocks noGrp="1"/>
          </p:cNvSpPr>
          <p:nvPr>
            <p:ph type="title" idx="6" hasCustomPrompt="1"/>
            <p:custDataLst>
              <p:tags r:id="rId3"/>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r>
              <a:rPr dirty="0">
                <a:latin typeface="+mj-lt"/>
                <a:sym typeface="+mn-ea"/>
              </a:rPr>
              <a:t>Click to add title</a:t>
            </a:r>
            <a:endParaRPr dirty="0">
              <a:sym typeface="+mn-ea"/>
            </a:endParaRPr>
          </a:p>
        </p:txBody>
      </p:sp>
      <p:sp>
        <p:nvSpPr>
          <p:cNvPr id="10" name="矩形: 圆顶角 12"/>
          <p:cNvSpPr/>
          <p:nvPr>
            <p:custDataLst>
              <p:tags r:id="rId4"/>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cxnSp>
        <p:nvCxnSpPr>
          <p:cNvPr id="7" name="直接连接符 6"/>
          <p:cNvCxnSpPr/>
          <p:nvPr>
            <p:custDataLst>
              <p:tags r:id="rId5"/>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6"/>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7"/>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副标题"/>
          <p:cNvSpPr txBox="1">
            <a:spLocks noGrp="1"/>
          </p:cNvSpPr>
          <p:nvPr>
            <p:ph type="body" idx="1" hasCustomPrompt="1"/>
            <p:custDataLst>
              <p:tags r:id="rId8"/>
            </p:custDataLst>
          </p:nvPr>
        </p:nvSpPr>
        <p:spPr>
          <a:xfrm>
            <a:off x="695960" y="1301750"/>
            <a:ext cx="10799088" cy="405553"/>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2000" b="1" i="0" u="none" strike="noStrike" kern="1200" cap="none" spc="0" normalizeH="0" baseline="0" noProof="1" dirty="0">
                <a:solidFill>
                  <a:schemeClr val="tx1">
                    <a:lumMod val="75000"/>
                    <a:lumOff val="25000"/>
                  </a:schemeClr>
                </a:solidFill>
                <a:uFillTx/>
                <a:latin typeface="+mj-lt"/>
              </a:defRPr>
            </a:lvl1pPr>
          </a:lstStyle>
          <a:p>
            <a:pPr lvl="0" algn="l"/>
            <a:r>
              <a:rPr dirty="0">
                <a:latin typeface="+mj-lt"/>
                <a:sym typeface="+mn-ea"/>
              </a:rPr>
              <a:t>Click to add text</a:t>
            </a:r>
            <a:endParaRPr dirty="0">
              <a:sym typeface="+mn-ea"/>
            </a:endParaRPr>
          </a:p>
        </p:txBody>
      </p:sp>
      <p:sp>
        <p:nvSpPr>
          <p:cNvPr id="3" name="日期占位符 2"/>
          <p:cNvSpPr>
            <a:spLocks noGrp="1"/>
          </p:cNvSpPr>
          <p:nvPr>
            <p:ph type="dt" sz="half" idx="10"/>
            <p:custDataLst>
              <p:tags r:id="rId9"/>
            </p:custDataLst>
          </p:nvPr>
        </p:nvSpPr>
        <p:spPr>
          <a:xfrm>
            <a:off x="838200" y="6356350"/>
            <a:ext cx="2743200" cy="365125"/>
          </a:xfrm>
        </p:spPr>
        <p:txBody>
          <a:bodyPr/>
          <a:lstStyle/>
          <a:p>
            <a:r>
              <a:rPr lang="en-US"/>
              <a:t>Date Area</a:t>
            </a:r>
            <a:endParaRPr lang="en-US"/>
          </a:p>
        </p:txBody>
      </p:sp>
      <p:sp>
        <p:nvSpPr>
          <p:cNvPr id="4" name="页脚占位符 3"/>
          <p:cNvSpPr>
            <a:spLocks noGrp="1"/>
          </p:cNvSpPr>
          <p:nvPr>
            <p:ph type="ftr" sz="quarter" idx="11"/>
            <p:custDataLst>
              <p:tags r:id="rId10"/>
            </p:custDataLst>
          </p:nvPr>
        </p:nvSpPr>
        <p:spPr>
          <a:xfrm>
            <a:off x="4038600" y="6356350"/>
            <a:ext cx="4114800" cy="365125"/>
          </a:xfrm>
        </p:spPr>
        <p:txBody>
          <a:bodyPr/>
          <a:lstStyle/>
          <a:p>
            <a:endParaRPr lang="en-US"/>
          </a:p>
        </p:txBody>
      </p:sp>
      <p:sp>
        <p:nvSpPr>
          <p:cNvPr id="5" name="灯片编号占位符 4"/>
          <p:cNvSpPr>
            <a:spLocks noGrp="1"/>
          </p:cNvSpPr>
          <p:nvPr>
            <p:ph type="sldNum" sz="quarter" idx="12"/>
            <p:custDataLst>
              <p:tags r:id="rId11"/>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showMasterSp="0" userDrawn="1">
  <p:cSld name="End Slide">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82" name="椭圆 81"/>
          <p:cNvSpPr>
            <a:spLocks noChangeAspect="1"/>
          </p:cNvSpPr>
          <p:nvPr>
            <p:custDataLst>
              <p:tags r:id="rId3"/>
            </p:custDataLst>
          </p:nvPr>
        </p:nvSpPr>
        <p:spPr>
          <a:xfrm flipH="1">
            <a:off x="2155825" y="1458505"/>
            <a:ext cx="1763395" cy="1763395"/>
          </a:xfrm>
          <a:prstGeom prst="ellipse">
            <a:avLst/>
          </a:prstGeom>
          <a:gradFill flip="none" rotWithShape="1">
            <a:gsLst>
              <a:gs pos="0">
                <a:schemeClr val="bg1">
                  <a:alpha val="5000"/>
                </a:schemeClr>
              </a:gs>
              <a:gs pos="89000">
                <a:schemeClr val="accent1">
                  <a:lumMod val="40000"/>
                  <a:lumOff val="60000"/>
                  <a:alpha val="60000"/>
                </a:schemeClr>
              </a:gs>
            </a:gsLst>
            <a:lin ang="13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ym typeface="+mn-lt"/>
            </a:endParaRPr>
          </a:p>
        </p:txBody>
      </p:sp>
      <p:sp>
        <p:nvSpPr>
          <p:cNvPr id="10" name="任意多边形: 形状 6"/>
          <p:cNvSpPr/>
          <p:nvPr>
            <p:custDataLst>
              <p:tags r:id="rId4"/>
            </p:custDataLst>
          </p:nvPr>
        </p:nvSpPr>
        <p:spPr>
          <a:xfrm flipH="1">
            <a:off x="10275568" y="0"/>
            <a:ext cx="1490346" cy="807593"/>
          </a:xfrm>
          <a:custGeom>
            <a:avLst/>
            <a:gdLst>
              <a:gd name="connsiteX0" fmla="*/ 1484054 w 1490346"/>
              <a:gd name="connsiteY0" fmla="*/ 0 h 807593"/>
              <a:gd name="connsiteX1" fmla="*/ 6292 w 1490346"/>
              <a:gd name="connsiteY1" fmla="*/ 0 h 807593"/>
              <a:gd name="connsiteX2" fmla="*/ 0 w 1490346"/>
              <a:gd name="connsiteY2" fmla="*/ 62420 h 807593"/>
              <a:gd name="connsiteX3" fmla="*/ 745173 w 1490346"/>
              <a:gd name="connsiteY3" fmla="*/ 807593 h 807593"/>
              <a:gd name="connsiteX4" fmla="*/ 1490346 w 1490346"/>
              <a:gd name="connsiteY4" fmla="*/ 62420 h 8075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0346" h="807593">
                <a:moveTo>
                  <a:pt x="1484054" y="0"/>
                </a:moveTo>
                <a:lnTo>
                  <a:pt x="6292" y="0"/>
                </a:lnTo>
                <a:lnTo>
                  <a:pt x="0" y="62420"/>
                </a:lnTo>
                <a:cubicBezTo>
                  <a:pt x="0" y="473968"/>
                  <a:pt x="333625" y="807593"/>
                  <a:pt x="745173" y="807593"/>
                </a:cubicBezTo>
                <a:cubicBezTo>
                  <a:pt x="1156721" y="807593"/>
                  <a:pt x="1490346" y="473968"/>
                  <a:pt x="1490346" y="62420"/>
                </a:cubicBezTo>
                <a:close/>
              </a:path>
            </a:pathLst>
          </a:custGeom>
          <a:gradFill flip="none" rotWithShape="1">
            <a:gsLst>
              <a:gs pos="0">
                <a:schemeClr val="bg1">
                  <a:alpha val="10000"/>
                </a:schemeClr>
              </a:gs>
              <a:gs pos="89000">
                <a:schemeClr val="accent1">
                  <a:alpha val="25000"/>
                </a:schemeClr>
              </a:gs>
            </a:gsLst>
            <a:lin ang="13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cxnSp>
        <p:nvCxnSpPr>
          <p:cNvPr id="22" name="直接连接符 21"/>
          <p:cNvCxnSpPr/>
          <p:nvPr>
            <p:custDataLst>
              <p:tags r:id="rId5"/>
            </p:custDataLst>
          </p:nvPr>
        </p:nvCxnSpPr>
        <p:spPr>
          <a:xfrm>
            <a:off x="837565" y="60134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custDataLst>
              <p:tags r:id="rId6"/>
            </p:custDataLst>
          </p:nvPr>
        </p:nvCxnSpPr>
        <p:spPr>
          <a:xfrm>
            <a:off x="837565" y="65976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7"/>
            </p:custDataLst>
          </p:nvPr>
        </p:nvCxnSpPr>
        <p:spPr>
          <a:xfrm>
            <a:off x="837565" y="71818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7" name="图片 56" descr="箭头 右"/>
          <p:cNvPicPr>
            <a:picLocks noChangeAspect="1"/>
          </p:cNvPicPr>
          <p:nvPr>
            <p:custDataLst>
              <p:tags r:id="rId8"/>
            </p:custDataLst>
          </p:nvPr>
        </p:nvPicPr>
        <p:blipFill>
          <a:blip r:embed="rId9">
            <a:extLst>
              <a:ext uri="{96DAC541-7B7A-43D3-8B79-37D633B846F1}">
                <asvg:svgBlip xmlns:asvg="http://schemas.microsoft.com/office/drawing/2016/SVG/main" r:embed="rId10"/>
              </a:ext>
            </a:extLst>
          </a:blip>
          <a:stretch>
            <a:fillRect/>
          </a:stretch>
        </p:blipFill>
        <p:spPr>
          <a:xfrm>
            <a:off x="1105535" y="6229350"/>
            <a:ext cx="153670" cy="153670"/>
          </a:xfrm>
          <a:prstGeom prst="rect">
            <a:avLst/>
          </a:prstGeom>
        </p:spPr>
      </p:pic>
      <p:pic>
        <p:nvPicPr>
          <p:cNvPr id="58" name="图片 57" descr="箭头 右"/>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flipH="1">
            <a:off x="837565" y="6229350"/>
            <a:ext cx="153670" cy="153670"/>
          </a:xfrm>
          <a:prstGeom prst="rect">
            <a:avLst/>
          </a:prstGeom>
        </p:spPr>
      </p:pic>
      <p:sp>
        <p:nvSpPr>
          <p:cNvPr id="18" name="矩形: 圆顶角 12"/>
          <p:cNvSpPr/>
          <p:nvPr>
            <p:custDataLst>
              <p:tags r:id="rId14"/>
            </p:custDataLst>
          </p:nvPr>
        </p:nvSpPr>
        <p:spPr>
          <a:xfrm rot="18900000" flipH="1">
            <a:off x="8013065" y="1040130"/>
            <a:ext cx="2052955" cy="3821430"/>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9" name="矩形: 圆顶角 13"/>
          <p:cNvSpPr/>
          <p:nvPr>
            <p:custDataLst>
              <p:tags r:id="rId15"/>
            </p:custDataLst>
          </p:nvPr>
        </p:nvSpPr>
        <p:spPr>
          <a:xfrm rot="8100000" flipH="1">
            <a:off x="7706360" y="2266315"/>
            <a:ext cx="2052955" cy="3874135"/>
          </a:xfrm>
          <a:prstGeom prst="round2SameRect">
            <a:avLst>
              <a:gd name="adj1" fmla="val 50000"/>
              <a:gd name="adj2" fmla="val 0"/>
            </a:avLst>
          </a:prstGeom>
          <a:gradFill flip="none" rotWithShape="1">
            <a:gsLst>
              <a:gs pos="100000">
                <a:schemeClr val="accent6">
                  <a:lumMod val="20000"/>
                  <a:lumOff val="80000"/>
                  <a:alpha val="0"/>
                </a:schemeClr>
              </a:gs>
              <a:gs pos="0">
                <a:schemeClr val="bg1">
                  <a:alpha val="9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8" name="标题"/>
          <p:cNvSpPr txBox="1">
            <a:spLocks noGrp="1"/>
          </p:cNvSpPr>
          <p:nvPr>
            <p:ph type="title" idx="2" hasCustomPrompt="1"/>
            <p:custDataLst>
              <p:tags r:id="rId16"/>
            </p:custDataLst>
          </p:nvPr>
        </p:nvSpPr>
        <p:spPr>
          <a:xfrm>
            <a:off x="837565" y="2507010"/>
            <a:ext cx="7294880" cy="1011721"/>
          </a:xfrm>
          <a:prstGeom prst="rect">
            <a:avLst/>
          </a:prstGeom>
          <a:noFill/>
        </p:spPr>
        <p:txBody>
          <a:bodyPr wrap="square" lIns="0" tIns="0" rIns="0" bIns="0" rtlCol="0" anchor="ctr">
            <a:normAutofit/>
          </a:bodyPr>
          <a:lstStyle>
            <a:lvl1pPr marL="0" marR="0" algn="l" defTabSz="914400" rtl="0" eaLnBrk="1" fontAlgn="auto" latinLnBrk="0" hangingPunct="1">
              <a:lnSpc>
                <a:spcPct val="100000"/>
              </a:lnSpc>
              <a:buClrTx/>
              <a:buSzTx/>
              <a:buFontTx/>
              <a:buNone/>
              <a:defRPr kumimoji="0" lang="en-US" sz="5600" b="1" i="0" u="none" strike="noStrike" kern="1200" cap="none" spc="0" normalizeH="0" baseline="0" noProof="1" dirty="0">
                <a:gradFill>
                  <a:gsLst>
                    <a:gs pos="20000">
                      <a:schemeClr val="accent2"/>
                    </a:gs>
                    <a:gs pos="100000">
                      <a:schemeClr val="accent1">
                        <a:lumMod val="60000"/>
                        <a:lumOff val="40000"/>
                      </a:schemeClr>
                    </a:gs>
                  </a:gsLst>
                  <a:lin ang="4800000" scaled="0"/>
                </a:gradFill>
                <a:latin typeface="+mj-lt"/>
              </a:defRPr>
            </a:lvl1pPr>
          </a:lstStyle>
          <a:p>
            <a:pPr lvl="0"/>
            <a:r>
              <a:rPr dirty="0">
                <a:latin typeface="+mj-lt"/>
                <a:sym typeface="+mn-ea"/>
              </a:rPr>
              <a:t>Click to add title</a:t>
            </a:r>
            <a:endParaRPr dirty="0">
              <a:sym typeface="+mn-ea"/>
            </a:endParaRPr>
          </a:p>
        </p:txBody>
      </p:sp>
      <p:sp>
        <p:nvSpPr>
          <p:cNvPr id="4" name="日期占位符 3"/>
          <p:cNvSpPr>
            <a:spLocks noGrp="1"/>
          </p:cNvSpPr>
          <p:nvPr>
            <p:ph type="dt" sz="half" idx="10"/>
            <p:custDataLst>
              <p:tags r:id="rId17"/>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18"/>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19"/>
            </p:custDataLst>
          </p:nvPr>
        </p:nvSpPr>
        <p:spPr>
          <a:xfrm>
            <a:off x="8610600" y="6356350"/>
            <a:ext cx="2743200" cy="365125"/>
          </a:xfrm>
        </p:spPr>
        <p:txBody>
          <a:bodyPr/>
          <a:lstStyle/>
          <a:p>
            <a:fld id="{565CE74E-AB26-4998-AD42-012C4C1AD076}" type="slidenum">
              <a:rPr lang="en-US" smtClean="0"/>
            </a:fld>
            <a:endParaRPr lang="en-US"/>
          </a:p>
        </p:txBody>
      </p:sp>
      <p:sp>
        <p:nvSpPr>
          <p:cNvPr id="17" name="署名占位符 10"/>
          <p:cNvSpPr>
            <a:spLocks noGrp="1"/>
          </p:cNvSpPr>
          <p:nvPr>
            <p:ph type="body" sz="quarter" idx="17" hasCustomPrompt="1"/>
            <p:custDataLst>
              <p:tags r:id="rId20"/>
            </p:custDataLst>
          </p:nvPr>
        </p:nvSpPr>
        <p:spPr>
          <a:xfrm>
            <a:off x="837565" y="3988960"/>
            <a:ext cx="1944000" cy="457279"/>
          </a:xfrm>
          <a:prstGeom prst="roundRect">
            <a:avLst>
              <a:gd name="adj" fmla="val 50000"/>
            </a:avLst>
          </a:prstGeom>
          <a:solidFill>
            <a:schemeClr val="accent2"/>
          </a:solidFill>
        </p:spPr>
        <p:txBody>
          <a:bodyPr wrap="square" anchor="ctr">
            <a:normAutofit/>
          </a:bodyPr>
          <a:lstStyle>
            <a:lvl1pPr marL="0" indent="0" algn="ctr">
              <a:lnSpc>
                <a:spcPct val="100000"/>
              </a:lnSpc>
              <a:buNone/>
              <a:defRPr sz="1600" spc="0" baseline="0">
                <a:solidFill>
                  <a:srgbClr val="FFFFFF"/>
                </a:solidFill>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82" name="椭圆 81"/>
          <p:cNvSpPr>
            <a:spLocks noChangeAspect="1"/>
          </p:cNvSpPr>
          <p:nvPr>
            <p:custDataLst>
              <p:tags r:id="rId3"/>
            </p:custDataLst>
          </p:nvPr>
        </p:nvSpPr>
        <p:spPr>
          <a:xfrm flipH="1">
            <a:off x="7106285" y="2912110"/>
            <a:ext cx="1763395" cy="1763395"/>
          </a:xfrm>
          <a:prstGeom prst="ellipse">
            <a:avLst/>
          </a:prstGeom>
          <a:gradFill flip="none" rotWithShape="1">
            <a:gsLst>
              <a:gs pos="0">
                <a:schemeClr val="bg1">
                  <a:alpha val="5000"/>
                </a:schemeClr>
              </a:gs>
              <a:gs pos="89000">
                <a:schemeClr val="accent1">
                  <a:lumMod val="40000"/>
                  <a:lumOff val="60000"/>
                  <a:alpha val="60000"/>
                </a:schemeClr>
              </a:gs>
            </a:gsLst>
            <a:lin ang="15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ym typeface="+mn-lt"/>
            </a:endParaRPr>
          </a:p>
        </p:txBody>
      </p:sp>
      <p:sp>
        <p:nvSpPr>
          <p:cNvPr id="16" name="矩形: 圆顶角 12"/>
          <p:cNvSpPr/>
          <p:nvPr>
            <p:custDataLst>
              <p:tags r:id="rId4"/>
            </p:custDataLst>
          </p:nvPr>
        </p:nvSpPr>
        <p:spPr>
          <a:xfrm rot="18900000" flipH="1">
            <a:off x="2332990" y="1199515"/>
            <a:ext cx="1979930" cy="3685540"/>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5" name="矩形: 圆顶角 13"/>
          <p:cNvSpPr/>
          <p:nvPr>
            <p:custDataLst>
              <p:tags r:id="rId5"/>
            </p:custDataLst>
          </p:nvPr>
        </p:nvSpPr>
        <p:spPr>
          <a:xfrm rot="8100000" flipH="1">
            <a:off x="2037080" y="2382520"/>
            <a:ext cx="1979930" cy="3736975"/>
          </a:xfrm>
          <a:prstGeom prst="round2SameRect">
            <a:avLst>
              <a:gd name="adj1" fmla="val 50000"/>
              <a:gd name="adj2" fmla="val 0"/>
            </a:avLst>
          </a:prstGeom>
          <a:gradFill flip="none" rotWithShape="1">
            <a:gsLst>
              <a:gs pos="100000">
                <a:schemeClr val="accent6">
                  <a:lumMod val="20000"/>
                  <a:lumOff val="80000"/>
                  <a:alpha val="0"/>
                </a:schemeClr>
              </a:gs>
              <a:gs pos="0">
                <a:schemeClr val="bg1">
                  <a:alpha val="9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4" name="任意多边形: 形状 11"/>
          <p:cNvSpPr/>
          <p:nvPr>
            <p:custDataLst>
              <p:tags r:id="rId6"/>
            </p:custDataLst>
          </p:nvPr>
        </p:nvSpPr>
        <p:spPr>
          <a:xfrm flipH="1">
            <a:off x="10198733" y="0"/>
            <a:ext cx="1490346" cy="840741"/>
          </a:xfrm>
          <a:custGeom>
            <a:avLst/>
            <a:gdLst>
              <a:gd name="connsiteX0" fmla="*/ 1480712 w 1490346"/>
              <a:gd name="connsiteY0" fmla="*/ 0 h 840741"/>
              <a:gd name="connsiteX1" fmla="*/ 9634 w 1490346"/>
              <a:gd name="connsiteY1" fmla="*/ 0 h 840741"/>
              <a:gd name="connsiteX2" fmla="*/ 0 w 1490346"/>
              <a:gd name="connsiteY2" fmla="*/ 95568 h 840741"/>
              <a:gd name="connsiteX3" fmla="*/ 745173 w 1490346"/>
              <a:gd name="connsiteY3" fmla="*/ 840741 h 840741"/>
              <a:gd name="connsiteX4" fmla="*/ 1490346 w 1490346"/>
              <a:gd name="connsiteY4" fmla="*/ 95568 h 840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0346" h="840741">
                <a:moveTo>
                  <a:pt x="1480712" y="0"/>
                </a:moveTo>
                <a:lnTo>
                  <a:pt x="9634" y="0"/>
                </a:lnTo>
                <a:lnTo>
                  <a:pt x="0" y="95568"/>
                </a:lnTo>
                <a:cubicBezTo>
                  <a:pt x="0" y="507116"/>
                  <a:pt x="333625" y="840741"/>
                  <a:pt x="745173" y="840741"/>
                </a:cubicBezTo>
                <a:cubicBezTo>
                  <a:pt x="1156721" y="840741"/>
                  <a:pt x="1490346" y="507116"/>
                  <a:pt x="1490346" y="95568"/>
                </a:cubicBezTo>
                <a:close/>
              </a:path>
            </a:pathLst>
          </a:custGeom>
          <a:gradFill flip="none" rotWithShape="1">
            <a:gsLst>
              <a:gs pos="0">
                <a:schemeClr val="bg1">
                  <a:alpha val="10000"/>
                </a:schemeClr>
              </a:gs>
              <a:gs pos="89000">
                <a:schemeClr val="accent1">
                  <a:alpha val="25000"/>
                </a:schemeClr>
              </a:gs>
            </a:gsLst>
            <a:lin ang="13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cxnSp>
        <p:nvCxnSpPr>
          <p:cNvPr id="22" name="直接连接符 21"/>
          <p:cNvCxnSpPr/>
          <p:nvPr>
            <p:custDataLst>
              <p:tags r:id="rId7"/>
            </p:custDataLst>
          </p:nvPr>
        </p:nvCxnSpPr>
        <p:spPr>
          <a:xfrm>
            <a:off x="1144905" y="60134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custDataLst>
              <p:tags r:id="rId8"/>
            </p:custDataLst>
          </p:nvPr>
        </p:nvCxnSpPr>
        <p:spPr>
          <a:xfrm>
            <a:off x="1144905" y="65976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144905" y="71818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椭圆 11"/>
          <p:cNvSpPr>
            <a:spLocks noChangeAspect="1"/>
          </p:cNvSpPr>
          <p:nvPr>
            <p:custDataLst>
              <p:tags r:id="rId10"/>
            </p:custDataLst>
          </p:nvPr>
        </p:nvSpPr>
        <p:spPr>
          <a:xfrm>
            <a:off x="10654665" y="6252210"/>
            <a:ext cx="107950" cy="10795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椭圆 10"/>
          <p:cNvSpPr>
            <a:spLocks noChangeAspect="1"/>
          </p:cNvSpPr>
          <p:nvPr>
            <p:custDataLst>
              <p:tags r:id="rId11"/>
            </p:custDataLst>
          </p:nvPr>
        </p:nvSpPr>
        <p:spPr>
          <a:xfrm>
            <a:off x="10902315" y="6252210"/>
            <a:ext cx="107950" cy="10795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p:cNvSpPr>
            <a:spLocks noChangeAspect="1"/>
          </p:cNvSpPr>
          <p:nvPr>
            <p:custDataLst>
              <p:tags r:id="rId12"/>
            </p:custDataLst>
          </p:nvPr>
        </p:nvSpPr>
        <p:spPr>
          <a:xfrm>
            <a:off x="10407015" y="6252210"/>
            <a:ext cx="107950" cy="10795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7" name="图片 56" descr="箭头 右"/>
          <p:cNvPicPr>
            <a:picLocks noChangeAspect="1"/>
          </p:cNvPicPr>
          <p:nvPr>
            <p:custDataLst>
              <p:tags r:id="rId13"/>
            </p:custDataLst>
          </p:nvPr>
        </p:nvPicPr>
        <p:blipFill>
          <a:blip/>
          <a:stretch>
            <a:fillRect/>
          </a:stretch>
        </p:blipFill>
        <p:spPr>
          <a:xfrm>
            <a:off x="1412875" y="6229350"/>
            <a:ext cx="153670" cy="153670"/>
          </a:xfrm>
          <a:prstGeom prst="rect">
            <a:avLst/>
          </a:prstGeom>
        </p:spPr>
      </p:pic>
      <p:pic>
        <p:nvPicPr>
          <p:cNvPr id="58" name="图片 57" descr="箭头 右"/>
          <p:cNvPicPr>
            <a:picLocks noChangeAspect="1"/>
          </p:cNvPicPr>
          <p:nvPr>
            <p:custDataLst>
              <p:tags r:id="rId14"/>
            </p:custDataLst>
          </p:nvPr>
        </p:nvPicPr>
        <p:blipFill>
          <a:blip/>
          <a:stretch>
            <a:fillRect/>
          </a:stretch>
        </p:blipFill>
        <p:spPr>
          <a:xfrm flipH="1">
            <a:off x="1144905" y="6229350"/>
            <a:ext cx="153670" cy="153670"/>
          </a:xfrm>
          <a:prstGeom prst="rect">
            <a:avLst/>
          </a:prstGeom>
        </p:spPr>
      </p:pic>
      <p:sp>
        <p:nvSpPr>
          <p:cNvPr id="9" name="副标题"/>
          <p:cNvSpPr txBox="1">
            <a:spLocks noGrp="1"/>
          </p:cNvSpPr>
          <p:nvPr>
            <p:ph type="body" idx="3" hasCustomPrompt="1"/>
            <p:custDataLst>
              <p:tags r:id="rId15"/>
            </p:custDataLst>
          </p:nvPr>
        </p:nvSpPr>
        <p:spPr>
          <a:xfrm>
            <a:off x="4460086" y="583854"/>
            <a:ext cx="6724805" cy="876899"/>
          </a:xfrm>
          <a:prstGeom prst="rect">
            <a:avLst/>
          </a:prstGeom>
          <a:noFill/>
        </p:spPr>
        <p:txBody>
          <a:bodyPr wrap="square" lIns="0" tIns="0" rIns="0" bIns="0" rtlCol="0" anchor="b">
            <a:normAutofit/>
          </a:bodyPr>
          <a:lstStyle>
            <a:lvl1pPr marL="0" marR="0" algn="r" defTabSz="914400" rtl="0" eaLnBrk="1" fontAlgn="auto" latinLnBrk="0" hangingPunct="1">
              <a:lnSpc>
                <a:spcPct val="100000"/>
              </a:lnSpc>
              <a:buClrTx/>
              <a:buSzTx/>
              <a:buFontTx/>
              <a:buNone/>
              <a:defRPr kumimoji="0" lang="en-US" sz="2200" b="1" i="0" u="none" strike="noStrike" kern="1200" cap="none" spc="0" normalizeH="0" baseline="0" noProof="1" dirty="0">
                <a:gradFill>
                  <a:gsLst>
                    <a:gs pos="7000">
                      <a:schemeClr val="accent1">
                        <a:lumMod val="60000"/>
                        <a:lumOff val="40000"/>
                      </a:schemeClr>
                    </a:gs>
                    <a:gs pos="100000">
                      <a:schemeClr val="accent2">
                        <a:lumMod val="60000"/>
                        <a:lumOff val="40000"/>
                      </a:schemeClr>
                    </a:gs>
                  </a:gsLst>
                  <a:lin ang="7800000" scaled="0"/>
                </a:gradFill>
                <a:latin typeface="+mj-lt"/>
              </a:defRPr>
            </a:lvl1pPr>
          </a:lstStyle>
          <a:p>
            <a:pPr lvl="0" algn="r"/>
            <a:r>
              <a:rPr dirty="0">
                <a:latin typeface="+mj-lt"/>
                <a:sym typeface="+mn-ea"/>
              </a:rPr>
              <a:t>Click to add text</a:t>
            </a:r>
            <a:endParaRPr dirty="0">
              <a:sym typeface="+mn-ea"/>
            </a:endParaRPr>
          </a:p>
        </p:txBody>
      </p:sp>
      <p:sp>
        <p:nvSpPr>
          <p:cNvPr id="8" name="标题"/>
          <p:cNvSpPr txBox="1">
            <a:spLocks noGrp="1"/>
          </p:cNvSpPr>
          <p:nvPr>
            <p:ph type="title" idx="2" hasCustomPrompt="1"/>
            <p:custDataLst>
              <p:tags r:id="rId16"/>
            </p:custDataLst>
          </p:nvPr>
        </p:nvSpPr>
        <p:spPr>
          <a:xfrm>
            <a:off x="4460240" y="1561719"/>
            <a:ext cx="6724650" cy="3353288"/>
          </a:xfrm>
          <a:prstGeom prst="rect">
            <a:avLst/>
          </a:prstGeom>
          <a:noFill/>
        </p:spPr>
        <p:txBody>
          <a:bodyPr wrap="square" lIns="0" tIns="0" rIns="0" bIns="0" rtlCol="0" anchor="t" anchorCtr="0">
            <a:normAutofit/>
          </a:bodyPr>
          <a:lstStyle>
            <a:lvl1pPr marL="0" marR="0" algn="r" defTabSz="914400" rtl="0" eaLnBrk="1" fontAlgn="auto" latinLnBrk="0" hangingPunct="1">
              <a:lnSpc>
                <a:spcPct val="100000"/>
              </a:lnSpc>
              <a:buClrTx/>
              <a:buSzTx/>
              <a:buFontTx/>
              <a:buNone/>
              <a:defRPr kumimoji="0" lang="en-US" sz="5200" b="1" i="0" u="none" strike="noStrike" kern="1200" cap="none" spc="0" normalizeH="0" baseline="0" noProof="1" dirty="0">
                <a:gradFill>
                  <a:gsLst>
                    <a:gs pos="20000">
                      <a:schemeClr val="accent2"/>
                    </a:gs>
                    <a:gs pos="100000">
                      <a:schemeClr val="accent1">
                        <a:lumMod val="60000"/>
                        <a:lumOff val="40000"/>
                      </a:schemeClr>
                    </a:gs>
                  </a:gsLst>
                  <a:lin ang="4800000" scaled="0"/>
                </a:gradFill>
                <a:latin typeface="+mj-lt"/>
              </a:defRPr>
            </a:lvl1pPr>
          </a:lstStyle>
          <a:p>
            <a:pPr lvl="0" algn="r"/>
            <a:r>
              <a:rPr lang="en-US" dirty="0">
                <a:latin typeface="+mj-lt"/>
                <a:sym typeface="+mn-ea"/>
              </a:rPr>
              <a:t>Click to add title</a:t>
            </a:r>
            <a:endParaRPr lang="en-US" dirty="0">
              <a:sym typeface="+mn-ea"/>
            </a:endParaRPr>
          </a:p>
        </p:txBody>
      </p:sp>
      <p:sp>
        <p:nvSpPr>
          <p:cNvPr id="4" name="日期占位符 3"/>
          <p:cNvSpPr>
            <a:spLocks noGrp="1"/>
          </p:cNvSpPr>
          <p:nvPr>
            <p:ph type="dt" sz="half" idx="10"/>
            <p:custDataLst>
              <p:tags r:id="rId17"/>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18"/>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19"/>
            </p:custDataLst>
          </p:nvPr>
        </p:nvSpPr>
        <p:spPr>
          <a:xfrm>
            <a:off x="8610600" y="6356350"/>
            <a:ext cx="2743200" cy="365125"/>
          </a:xfrm>
        </p:spPr>
        <p:txBody>
          <a:bodyPr/>
          <a:lstStyle/>
          <a:p>
            <a:fld id="{565CE74E-AB26-4998-AD42-012C4C1AD076}" type="slidenum">
              <a:rPr lang="en-US" smtClean="0"/>
            </a:fld>
            <a:endParaRPr lang="en-US"/>
          </a:p>
        </p:txBody>
      </p:sp>
      <p:sp>
        <p:nvSpPr>
          <p:cNvPr id="21" name="署名占位符 10"/>
          <p:cNvSpPr>
            <a:spLocks noGrp="1"/>
          </p:cNvSpPr>
          <p:nvPr>
            <p:ph type="body" sz="quarter" idx="17" hasCustomPrompt="1"/>
            <p:custDataLst>
              <p:tags r:id="rId20"/>
            </p:custDataLst>
          </p:nvPr>
        </p:nvSpPr>
        <p:spPr>
          <a:xfrm>
            <a:off x="9240890" y="5051532"/>
            <a:ext cx="1944000" cy="457279"/>
          </a:xfrm>
          <a:prstGeom prst="roundRect">
            <a:avLst>
              <a:gd name="adj" fmla="val 50000"/>
            </a:avLst>
          </a:prstGeom>
          <a:solidFill>
            <a:schemeClr val="accent2"/>
          </a:solidFill>
        </p:spPr>
        <p:txBody>
          <a:bodyPr wrap="square" anchor="ctr">
            <a:normAutofit/>
          </a:bodyPr>
          <a:lstStyle>
            <a:lvl1pPr marL="0" indent="0" algn="ctr">
              <a:lnSpc>
                <a:spcPct val="100000"/>
              </a:lnSpc>
              <a:buNone/>
              <a:defRPr sz="1600" spc="0" baseline="0">
                <a:solidFill>
                  <a:srgbClr val="FFFFFF"/>
                </a:solidFill>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正文"/>
          <p:cNvSpPr txBox="1">
            <a:spLocks noGrp="1"/>
          </p:cNvSpPr>
          <p:nvPr>
            <p:ph idx="6" hasCustomPrompt="1"/>
            <p:custDataLst>
              <p:tags r:id="rId3"/>
            </p:custDataLst>
          </p:nvPr>
        </p:nvSpPr>
        <p:spPr>
          <a:xfrm>
            <a:off x="608400" y="1490400"/>
            <a:ext cx="10969200" cy="4759200"/>
          </a:xfrm>
          <a:prstGeom prst="rect">
            <a:avLst/>
          </a:prstGeom>
          <a:ln>
            <a:noFill/>
            <a:prstDash val="sysDash"/>
          </a:ln>
        </p:spPr>
        <p:txBody>
          <a:bodyPr vert="horz" lIns="90000" tIns="46800" rIns="90000" bIns="46800" rtlCol="0">
            <a:normAutofit/>
          </a:bodyPr>
          <a:lstStyle>
            <a:defPPr>
              <a:defRPr lang="en-US">
                <a:latin typeface="+mn-lt"/>
              </a:defRPr>
            </a:defPPr>
            <a:lvl1pPr marL="228600" marR="0" lvl="0" indent="-228600" algn="l" defTabSz="914400" rtl="0" eaLnBrk="1" fontAlgn="auto" latinLnBrk="0" hangingPunct="1">
              <a:lnSpc>
                <a:spcPct val="130000"/>
              </a:lnSpc>
              <a:spcBef>
                <a:spcPts val="1200"/>
              </a:spcBef>
              <a:spcAft>
                <a:spcPts val="0"/>
              </a:spcAft>
              <a:buClr>
                <a:schemeClr val="accent1"/>
              </a:buClr>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85000"/>
                    <a:lumOff val="15000"/>
                  </a:schemeClr>
                </a:solidFill>
                <a:uFillTx/>
                <a:latin typeface="+mn-lt"/>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mn-lt"/>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mn-lt"/>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mn-lt"/>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buClr>
                <a:schemeClr val="accent1"/>
              </a:buClr>
            </a:pPr>
            <a:r>
              <a:rPr dirty="0">
                <a:latin typeface="+mn-lt"/>
                <a:sym typeface="+mn-ea"/>
              </a:rPr>
              <a:t>Click to add text</a:t>
            </a:r>
            <a:endParaRPr dirty="0">
              <a:sym typeface="+mn-ea"/>
            </a:endParaRPr>
          </a:p>
        </p:txBody>
      </p:sp>
      <p:sp>
        <p:nvSpPr>
          <p:cNvPr id="11" name="标题"/>
          <p:cNvSpPr txBox="1">
            <a:spLocks noGrp="1"/>
          </p:cNvSpPr>
          <p:nvPr>
            <p:ph type="title" idx="5" hasCustomPrompt="1"/>
            <p:custDataLst>
              <p:tags r:id="rId4"/>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r>
              <a:rPr dirty="0">
                <a:latin typeface="+mj-lt"/>
                <a:sym typeface="+mn-ea"/>
              </a:rPr>
              <a:t>Click to add title</a:t>
            </a:r>
            <a:endParaRPr dirty="0">
              <a:sym typeface="+mn-ea"/>
            </a:endParaRPr>
          </a:p>
        </p:txBody>
      </p:sp>
      <p:cxnSp>
        <p:nvCxnSpPr>
          <p:cNvPr id="10" name="直接连接符 9"/>
          <p:cNvCxnSpPr/>
          <p:nvPr>
            <p:custDataLst>
              <p:tags r:id="rId5"/>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6"/>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7"/>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矩形: 圆顶角 12"/>
          <p:cNvSpPr/>
          <p:nvPr>
            <p:custDataLst>
              <p:tags r:id="rId8"/>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4" name="日期占位符 3"/>
          <p:cNvSpPr>
            <a:spLocks noGrp="1"/>
          </p:cNvSpPr>
          <p:nvPr>
            <p:ph type="dt" sz="half" idx="10"/>
            <p:custDataLst>
              <p:tags r:id="rId9"/>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10"/>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11"/>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showMasterSp="0" userDrawn="1">
  <p:cSld name="Catalog Slide">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9" name="任意多边形: 形状 4"/>
          <p:cNvSpPr/>
          <p:nvPr>
            <p:custDataLst>
              <p:tags r:id="rId3"/>
            </p:custDataLst>
          </p:nvPr>
        </p:nvSpPr>
        <p:spPr>
          <a:xfrm flipH="1">
            <a:off x="10275568" y="0"/>
            <a:ext cx="1490346" cy="840741"/>
          </a:xfrm>
          <a:custGeom>
            <a:avLst/>
            <a:gdLst>
              <a:gd name="connsiteX0" fmla="*/ 1480712 w 1490346"/>
              <a:gd name="connsiteY0" fmla="*/ 0 h 840741"/>
              <a:gd name="connsiteX1" fmla="*/ 9634 w 1490346"/>
              <a:gd name="connsiteY1" fmla="*/ 0 h 840741"/>
              <a:gd name="connsiteX2" fmla="*/ 0 w 1490346"/>
              <a:gd name="connsiteY2" fmla="*/ 95568 h 840741"/>
              <a:gd name="connsiteX3" fmla="*/ 745173 w 1490346"/>
              <a:gd name="connsiteY3" fmla="*/ 840741 h 840741"/>
              <a:gd name="connsiteX4" fmla="*/ 1490346 w 1490346"/>
              <a:gd name="connsiteY4" fmla="*/ 95568 h 840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0346" h="840741">
                <a:moveTo>
                  <a:pt x="1480712" y="0"/>
                </a:moveTo>
                <a:lnTo>
                  <a:pt x="9634" y="0"/>
                </a:lnTo>
                <a:lnTo>
                  <a:pt x="0" y="95568"/>
                </a:lnTo>
                <a:cubicBezTo>
                  <a:pt x="0" y="507116"/>
                  <a:pt x="333625" y="840741"/>
                  <a:pt x="745173" y="840741"/>
                </a:cubicBezTo>
                <a:cubicBezTo>
                  <a:pt x="1156721" y="840741"/>
                  <a:pt x="1490346" y="507116"/>
                  <a:pt x="1490346" y="95568"/>
                </a:cubicBezTo>
                <a:close/>
              </a:path>
            </a:pathLst>
          </a:custGeom>
          <a:gradFill flip="none" rotWithShape="1">
            <a:gsLst>
              <a:gs pos="0">
                <a:schemeClr val="bg1">
                  <a:alpha val="10000"/>
                </a:schemeClr>
              </a:gs>
              <a:gs pos="89000">
                <a:schemeClr val="accent1">
                  <a:alpha val="25000"/>
                </a:schemeClr>
              </a:gs>
            </a:gsLst>
            <a:lin ang="13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cxnSp>
        <p:nvCxnSpPr>
          <p:cNvPr id="22" name="直接连接符 21"/>
          <p:cNvCxnSpPr/>
          <p:nvPr>
            <p:custDataLst>
              <p:tags r:id="rId4"/>
            </p:custDataLst>
          </p:nvPr>
        </p:nvCxnSpPr>
        <p:spPr>
          <a:xfrm>
            <a:off x="1144905" y="60134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custDataLst>
              <p:tags r:id="rId5"/>
            </p:custDataLst>
          </p:nvPr>
        </p:nvCxnSpPr>
        <p:spPr>
          <a:xfrm>
            <a:off x="1144905" y="65976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6"/>
            </p:custDataLst>
          </p:nvPr>
        </p:nvCxnSpPr>
        <p:spPr>
          <a:xfrm>
            <a:off x="1144905" y="71818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矩形: 圆顶角 12"/>
          <p:cNvSpPr/>
          <p:nvPr>
            <p:custDataLst>
              <p:tags r:id="rId7"/>
            </p:custDataLst>
          </p:nvPr>
        </p:nvSpPr>
        <p:spPr>
          <a:xfrm rot="16200000" flipH="1">
            <a:off x="1751330" y="2410460"/>
            <a:ext cx="1711325" cy="31845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8" name="矩形: 圆顶角 13"/>
          <p:cNvSpPr/>
          <p:nvPr>
            <p:custDataLst>
              <p:tags r:id="rId8"/>
            </p:custDataLst>
          </p:nvPr>
        </p:nvSpPr>
        <p:spPr>
          <a:xfrm rot="5400000" flipH="1">
            <a:off x="2086610" y="3187065"/>
            <a:ext cx="1711325" cy="3228975"/>
          </a:xfrm>
          <a:prstGeom prst="round2SameRect">
            <a:avLst>
              <a:gd name="adj1" fmla="val 50000"/>
              <a:gd name="adj2" fmla="val 0"/>
            </a:avLst>
          </a:prstGeom>
          <a:gradFill flip="none" rotWithShape="1">
            <a:gsLst>
              <a:gs pos="100000">
                <a:schemeClr val="accent6">
                  <a:lumMod val="20000"/>
                  <a:lumOff val="80000"/>
                  <a:alpha val="0"/>
                </a:schemeClr>
              </a:gs>
              <a:gs pos="0">
                <a:schemeClr val="bg1">
                  <a:alpha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 name="标题"/>
          <p:cNvSpPr txBox="1">
            <a:spLocks noGrp="1"/>
          </p:cNvSpPr>
          <p:nvPr>
            <p:ph type="title" idx="1" hasCustomPrompt="1"/>
            <p:custDataLst>
              <p:tags r:id="rId9"/>
            </p:custDataLst>
          </p:nvPr>
        </p:nvSpPr>
        <p:spPr>
          <a:xfrm>
            <a:off x="1739264" y="1067435"/>
            <a:ext cx="4524597" cy="907415"/>
          </a:xfrm>
          <a:prstGeom prst="rect">
            <a:avLst/>
          </a:prstGeom>
          <a:noFill/>
        </p:spPr>
        <p:txBody>
          <a:bodyPr wrap="square" lIns="0" tIns="0" rIns="0" bIns="0" rtlCol="0" anchor="ctr">
            <a:normAutofit/>
          </a:bodyPr>
          <a:lstStyle>
            <a:lvl1pPr marL="0" marR="0" algn="l" defTabSz="914400" rtl="0" eaLnBrk="1" fontAlgn="auto" latinLnBrk="0" hangingPunct="1">
              <a:lnSpc>
                <a:spcPct val="100000"/>
              </a:lnSpc>
              <a:buClrTx/>
              <a:buSzTx/>
              <a:buFontTx/>
              <a:buNone/>
              <a:defRPr kumimoji="0" lang="en-US" sz="5400" b="1" i="0" u="none" strike="noStrike" kern="1200" cap="none" spc="0" normalizeH="0" baseline="0" noProof="1" dirty="0">
                <a:solidFill>
                  <a:schemeClr val="accent2"/>
                </a:solidFill>
                <a:latin typeface="+mj-lt"/>
              </a:defRPr>
            </a:lvl1pPr>
          </a:lstStyle>
          <a:p>
            <a:pPr lvl="0"/>
            <a:r>
              <a:rPr dirty="0">
                <a:latin typeface="+mj-lt"/>
                <a:sym typeface="+mn-ea"/>
              </a:rPr>
              <a:t>Click to add title</a:t>
            </a:r>
            <a:endParaRPr dirty="0">
              <a:sym typeface="+mn-ea"/>
            </a:endParaRPr>
          </a:p>
        </p:txBody>
      </p:sp>
      <p:sp>
        <p:nvSpPr>
          <p:cNvPr id="3" name="日期占位符 2"/>
          <p:cNvSpPr>
            <a:spLocks noGrp="1"/>
          </p:cNvSpPr>
          <p:nvPr>
            <p:ph type="dt" sz="half" idx="10"/>
            <p:custDataLst>
              <p:tags r:id="rId10"/>
            </p:custDataLst>
          </p:nvPr>
        </p:nvSpPr>
        <p:spPr>
          <a:xfrm>
            <a:off x="838200" y="6356350"/>
            <a:ext cx="2743200" cy="365125"/>
          </a:xfrm>
        </p:spPr>
        <p:txBody>
          <a:bodyPr/>
          <a:lstStyle/>
          <a:p>
            <a:r>
              <a:rPr lang="en-US"/>
              <a:t>Date Area</a:t>
            </a:r>
            <a:endParaRPr lang="en-US"/>
          </a:p>
        </p:txBody>
      </p:sp>
      <p:sp>
        <p:nvSpPr>
          <p:cNvPr id="4" name="页脚占位符 3"/>
          <p:cNvSpPr>
            <a:spLocks noGrp="1"/>
          </p:cNvSpPr>
          <p:nvPr>
            <p:ph type="ftr" sz="quarter" idx="11"/>
            <p:custDataLst>
              <p:tags r:id="rId11"/>
            </p:custDataLst>
          </p:nvPr>
        </p:nvSpPr>
        <p:spPr>
          <a:xfrm>
            <a:off x="4038600" y="6356350"/>
            <a:ext cx="4114800" cy="365125"/>
          </a:xfrm>
        </p:spPr>
        <p:txBody>
          <a:bodyPr/>
          <a:lstStyle/>
          <a:p>
            <a:endParaRPr lang="en-US"/>
          </a:p>
        </p:txBody>
      </p:sp>
      <p:sp>
        <p:nvSpPr>
          <p:cNvPr id="5" name="灯片编号占位符 4"/>
          <p:cNvSpPr>
            <a:spLocks noGrp="1"/>
          </p:cNvSpPr>
          <p:nvPr>
            <p:ph type="sldNum" sz="quarter" idx="12"/>
            <p:custDataLst>
              <p:tags r:id="rId12"/>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82" name="椭圆 81"/>
          <p:cNvSpPr>
            <a:spLocks noChangeAspect="1"/>
          </p:cNvSpPr>
          <p:nvPr>
            <p:custDataLst>
              <p:tags r:id="rId3"/>
            </p:custDataLst>
          </p:nvPr>
        </p:nvSpPr>
        <p:spPr>
          <a:xfrm flipH="1">
            <a:off x="7226300" y="2954655"/>
            <a:ext cx="1763395" cy="1763395"/>
          </a:xfrm>
          <a:prstGeom prst="ellipse">
            <a:avLst/>
          </a:prstGeom>
          <a:gradFill flip="none" rotWithShape="1">
            <a:gsLst>
              <a:gs pos="0">
                <a:schemeClr val="bg1">
                  <a:alpha val="5000"/>
                </a:schemeClr>
              </a:gs>
              <a:gs pos="89000">
                <a:schemeClr val="accent1">
                  <a:lumMod val="40000"/>
                  <a:lumOff val="60000"/>
                  <a:alpha val="60000"/>
                </a:schemeClr>
              </a:gs>
            </a:gsLst>
            <a:lin ang="15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ym typeface="+mn-lt"/>
            </a:endParaRPr>
          </a:p>
        </p:txBody>
      </p:sp>
      <p:sp>
        <p:nvSpPr>
          <p:cNvPr id="15" name="矩形: 圆顶角 12"/>
          <p:cNvSpPr/>
          <p:nvPr>
            <p:custDataLst>
              <p:tags r:id="rId4"/>
            </p:custDataLst>
          </p:nvPr>
        </p:nvSpPr>
        <p:spPr>
          <a:xfrm flipH="1">
            <a:off x="2816225" y="1450340"/>
            <a:ext cx="1893570" cy="3524250"/>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4" name="矩形: 圆顶角 13"/>
          <p:cNvSpPr/>
          <p:nvPr>
            <p:custDataLst>
              <p:tags r:id="rId5"/>
            </p:custDataLst>
          </p:nvPr>
        </p:nvSpPr>
        <p:spPr>
          <a:xfrm rot="10800000" flipH="1">
            <a:off x="1900555" y="1906270"/>
            <a:ext cx="1893570" cy="3573145"/>
          </a:xfrm>
          <a:prstGeom prst="round2SameRect">
            <a:avLst>
              <a:gd name="adj1" fmla="val 50000"/>
              <a:gd name="adj2" fmla="val 0"/>
            </a:avLst>
          </a:prstGeom>
          <a:gradFill flip="none" rotWithShape="1">
            <a:gsLst>
              <a:gs pos="95000">
                <a:schemeClr val="accent6">
                  <a:lumMod val="20000"/>
                  <a:lumOff val="80000"/>
                  <a:alpha val="0"/>
                </a:schemeClr>
              </a:gs>
              <a:gs pos="0">
                <a:schemeClr val="bg1">
                  <a:alpha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3" name="任意多边形: 形状 9"/>
          <p:cNvSpPr/>
          <p:nvPr>
            <p:custDataLst>
              <p:tags r:id="rId6"/>
            </p:custDataLst>
          </p:nvPr>
        </p:nvSpPr>
        <p:spPr>
          <a:xfrm flipH="1">
            <a:off x="10156823" y="0"/>
            <a:ext cx="1490346" cy="840741"/>
          </a:xfrm>
          <a:custGeom>
            <a:avLst/>
            <a:gdLst>
              <a:gd name="connsiteX0" fmla="*/ 1480712 w 1490346"/>
              <a:gd name="connsiteY0" fmla="*/ 0 h 840741"/>
              <a:gd name="connsiteX1" fmla="*/ 9634 w 1490346"/>
              <a:gd name="connsiteY1" fmla="*/ 0 h 840741"/>
              <a:gd name="connsiteX2" fmla="*/ 0 w 1490346"/>
              <a:gd name="connsiteY2" fmla="*/ 95568 h 840741"/>
              <a:gd name="connsiteX3" fmla="*/ 745173 w 1490346"/>
              <a:gd name="connsiteY3" fmla="*/ 840741 h 840741"/>
              <a:gd name="connsiteX4" fmla="*/ 1490346 w 1490346"/>
              <a:gd name="connsiteY4" fmla="*/ 95568 h 840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0346" h="840741">
                <a:moveTo>
                  <a:pt x="1480712" y="0"/>
                </a:moveTo>
                <a:lnTo>
                  <a:pt x="9634" y="0"/>
                </a:lnTo>
                <a:lnTo>
                  <a:pt x="0" y="95568"/>
                </a:lnTo>
                <a:cubicBezTo>
                  <a:pt x="0" y="507116"/>
                  <a:pt x="333625" y="840741"/>
                  <a:pt x="745173" y="840741"/>
                </a:cubicBezTo>
                <a:cubicBezTo>
                  <a:pt x="1156721" y="840741"/>
                  <a:pt x="1490346" y="507116"/>
                  <a:pt x="1490346" y="95568"/>
                </a:cubicBezTo>
                <a:close/>
              </a:path>
            </a:pathLst>
          </a:custGeom>
          <a:gradFill flip="none" rotWithShape="1">
            <a:gsLst>
              <a:gs pos="0">
                <a:schemeClr val="bg1">
                  <a:alpha val="10000"/>
                </a:schemeClr>
              </a:gs>
              <a:gs pos="89000">
                <a:schemeClr val="accent1">
                  <a:alpha val="25000"/>
                </a:schemeClr>
              </a:gs>
            </a:gsLst>
            <a:lin ang="13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cxnSp>
        <p:nvCxnSpPr>
          <p:cNvPr id="22" name="直接连接符 21"/>
          <p:cNvCxnSpPr/>
          <p:nvPr>
            <p:custDataLst>
              <p:tags r:id="rId7"/>
            </p:custDataLst>
          </p:nvPr>
        </p:nvCxnSpPr>
        <p:spPr>
          <a:xfrm>
            <a:off x="1144905" y="60134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custDataLst>
              <p:tags r:id="rId8"/>
            </p:custDataLst>
          </p:nvPr>
        </p:nvCxnSpPr>
        <p:spPr>
          <a:xfrm>
            <a:off x="1144905" y="65976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1144905" y="71818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椭圆 10"/>
          <p:cNvSpPr>
            <a:spLocks noChangeAspect="1"/>
          </p:cNvSpPr>
          <p:nvPr>
            <p:custDataLst>
              <p:tags r:id="rId10"/>
            </p:custDataLst>
          </p:nvPr>
        </p:nvSpPr>
        <p:spPr>
          <a:xfrm>
            <a:off x="10348595" y="6252210"/>
            <a:ext cx="107950" cy="10795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p:cNvSpPr>
            <a:spLocks noChangeAspect="1"/>
          </p:cNvSpPr>
          <p:nvPr>
            <p:custDataLst>
              <p:tags r:id="rId11"/>
            </p:custDataLst>
          </p:nvPr>
        </p:nvSpPr>
        <p:spPr>
          <a:xfrm>
            <a:off x="10596245" y="6252210"/>
            <a:ext cx="107950" cy="10795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椭圆 8"/>
          <p:cNvSpPr>
            <a:spLocks noChangeAspect="1"/>
          </p:cNvSpPr>
          <p:nvPr>
            <p:custDataLst>
              <p:tags r:id="rId12"/>
            </p:custDataLst>
          </p:nvPr>
        </p:nvSpPr>
        <p:spPr>
          <a:xfrm>
            <a:off x="10100945" y="6252210"/>
            <a:ext cx="107950" cy="10795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7" name="图片 56" descr="箭头 右"/>
          <p:cNvPicPr>
            <a:picLocks noChangeAspect="1"/>
          </p:cNvPicPr>
          <p:nvPr>
            <p:custDataLst>
              <p:tags r:id="rId13"/>
            </p:custDataLst>
          </p:nvPr>
        </p:nvPicPr>
        <p:blipFill>
          <a:blip/>
          <a:stretch>
            <a:fillRect/>
          </a:stretch>
        </p:blipFill>
        <p:spPr>
          <a:xfrm>
            <a:off x="1412875" y="6229350"/>
            <a:ext cx="153670" cy="153670"/>
          </a:xfrm>
          <a:prstGeom prst="rect">
            <a:avLst/>
          </a:prstGeom>
        </p:spPr>
      </p:pic>
      <p:pic>
        <p:nvPicPr>
          <p:cNvPr id="58" name="图片 57" descr="箭头 右"/>
          <p:cNvPicPr>
            <a:picLocks noChangeAspect="1"/>
          </p:cNvPicPr>
          <p:nvPr>
            <p:custDataLst>
              <p:tags r:id="rId14"/>
            </p:custDataLst>
          </p:nvPr>
        </p:nvPicPr>
        <p:blipFill>
          <a:blip/>
          <a:stretch>
            <a:fillRect/>
          </a:stretch>
        </p:blipFill>
        <p:spPr>
          <a:xfrm flipH="1">
            <a:off x="1144905" y="6229350"/>
            <a:ext cx="153670" cy="153670"/>
          </a:xfrm>
          <a:prstGeom prst="rect">
            <a:avLst/>
          </a:prstGeom>
        </p:spPr>
      </p:pic>
      <p:sp>
        <p:nvSpPr>
          <p:cNvPr id="8" name="标题"/>
          <p:cNvSpPr txBox="1">
            <a:spLocks noGrp="1"/>
          </p:cNvSpPr>
          <p:nvPr>
            <p:ph type="title" idx="2" hasCustomPrompt="1"/>
            <p:custDataLst>
              <p:tags r:id="rId15"/>
            </p:custDataLst>
          </p:nvPr>
        </p:nvSpPr>
        <p:spPr>
          <a:xfrm>
            <a:off x="4709795" y="2879090"/>
            <a:ext cx="6257925" cy="3349625"/>
          </a:xfrm>
          <a:prstGeom prst="rect">
            <a:avLst/>
          </a:prstGeom>
          <a:noFill/>
        </p:spPr>
        <p:txBody>
          <a:bodyPr wrap="square" lIns="0" tIns="0" rIns="0" bIns="0" rtlCol="0" anchor="t">
            <a:normAutofit/>
          </a:bodyPr>
          <a:lstStyle>
            <a:lvl1pPr marL="0" marR="0" algn="r" defTabSz="914400" rtl="0" eaLnBrk="1" fontAlgn="auto" latinLnBrk="0" hangingPunct="1">
              <a:lnSpc>
                <a:spcPct val="100000"/>
              </a:lnSpc>
              <a:buClrTx/>
              <a:buSzTx/>
              <a:buFontTx/>
              <a:buNone/>
              <a:defRPr kumimoji="0" lang="en-US" sz="6000" b="1" i="0" u="none" strike="noStrike" kern="1200" cap="none" spc="0" normalizeH="0" baseline="0" noProof="1" dirty="0">
                <a:gradFill>
                  <a:gsLst>
                    <a:gs pos="20000">
                      <a:schemeClr val="accent2"/>
                    </a:gs>
                    <a:gs pos="100000">
                      <a:schemeClr val="accent1">
                        <a:lumMod val="60000"/>
                        <a:lumOff val="40000"/>
                      </a:schemeClr>
                    </a:gs>
                  </a:gsLst>
                  <a:lin ang="4800000" scaled="0"/>
                </a:gradFill>
                <a:latin typeface="+mj-lt"/>
              </a:defRPr>
            </a:lvl1pPr>
          </a:lstStyle>
          <a:p>
            <a:pPr lvl="0" algn="r"/>
            <a:r>
              <a:rPr lang="en-US" dirty="0">
                <a:latin typeface="+mj-lt"/>
                <a:sym typeface="+mn-ea"/>
              </a:rPr>
              <a:t>Click to add title</a:t>
            </a:r>
            <a:endParaRPr dirty="0">
              <a:sym typeface="+mn-ea"/>
            </a:endParaRPr>
          </a:p>
        </p:txBody>
      </p:sp>
      <p:sp>
        <p:nvSpPr>
          <p:cNvPr id="7" name="节编号"/>
          <p:cNvSpPr txBox="1">
            <a:spLocks noGrp="1"/>
          </p:cNvSpPr>
          <p:nvPr>
            <p:ph type="body" idx="1" hasCustomPrompt="1"/>
            <p:custDataLst>
              <p:tags r:id="rId16"/>
            </p:custDataLst>
          </p:nvPr>
        </p:nvSpPr>
        <p:spPr>
          <a:xfrm>
            <a:off x="6238875" y="1652270"/>
            <a:ext cx="4728845" cy="1151890"/>
          </a:xfrm>
          <a:prstGeom prst="rect">
            <a:avLst/>
          </a:prstGeom>
          <a:noFill/>
        </p:spPr>
        <p:txBody>
          <a:bodyPr wrap="none" lIns="0" tIns="0" rIns="0" bIns="0" rtlCol="0" anchor="b" anchorCtr="0">
            <a:normAutofit/>
          </a:bodyPr>
          <a:lstStyle>
            <a:lvl1pPr marL="0" marR="0" algn="r" defTabSz="914400" rtl="0" eaLnBrk="1" fontAlgn="auto" latinLnBrk="0" hangingPunct="1">
              <a:lnSpc>
                <a:spcPct val="120000"/>
              </a:lnSpc>
              <a:buClrTx/>
              <a:buSzTx/>
              <a:buFontTx/>
              <a:buNone/>
              <a:defRPr kumimoji="0" lang="en-US" sz="4400" b="0" i="0" u="none" strike="noStrike" kern="1200" cap="none" spc="0" normalizeH="0" baseline="0" noProof="1" dirty="0">
                <a:gradFill>
                  <a:gsLst>
                    <a:gs pos="7000">
                      <a:schemeClr val="accent1">
                        <a:lumMod val="60000"/>
                        <a:lumOff val="40000"/>
                      </a:schemeClr>
                    </a:gs>
                    <a:gs pos="100000">
                      <a:schemeClr val="accent2">
                        <a:lumMod val="60000"/>
                        <a:lumOff val="40000"/>
                      </a:schemeClr>
                    </a:gs>
                  </a:gsLst>
                  <a:lin ang="7800000" scaled="0"/>
                </a:gradFill>
                <a:latin typeface="+mn-lt"/>
              </a:defRPr>
            </a:lvl1pPr>
          </a:lstStyle>
          <a:p>
            <a:pPr lvl="0" algn="r">
              <a:lnSpc>
                <a:spcPct val="120000"/>
              </a:lnSpc>
            </a:pPr>
            <a:r>
              <a:rPr dirty="0">
                <a:latin typeface="+mn-lt"/>
                <a:sym typeface="+mn-ea"/>
              </a:rPr>
              <a:t>Click to add text</a:t>
            </a:r>
            <a:endParaRPr dirty="0">
              <a:sym typeface="+mn-ea"/>
            </a:endParaRPr>
          </a:p>
        </p:txBody>
      </p:sp>
      <p:sp>
        <p:nvSpPr>
          <p:cNvPr id="4" name="日期占位符 3"/>
          <p:cNvSpPr>
            <a:spLocks noGrp="1"/>
          </p:cNvSpPr>
          <p:nvPr>
            <p:ph type="dt" sz="half" idx="10"/>
            <p:custDataLst>
              <p:tags r:id="rId17"/>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18"/>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19"/>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1" name="正文"/>
          <p:cNvSpPr txBox="1">
            <a:spLocks noGrp="1"/>
          </p:cNvSpPr>
          <p:nvPr>
            <p:ph idx="7" hasCustomPrompt="1"/>
            <p:custDataLst>
              <p:tags r:id="rId3"/>
            </p:custDataLst>
          </p:nvPr>
        </p:nvSpPr>
        <p:spPr>
          <a:xfrm>
            <a:off x="6400805" y="1490357"/>
            <a:ext cx="5176800" cy="4759236"/>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latin typeface="+mn-lt"/>
                <a:sym typeface="+mn-ea"/>
              </a:rPr>
              <a:t>Click to add text</a:t>
            </a:r>
            <a:endParaRPr dirty="0">
              <a:sym typeface="+mn-ea"/>
            </a:endParaRPr>
          </a:p>
        </p:txBody>
      </p:sp>
      <p:sp>
        <p:nvSpPr>
          <p:cNvPr id="9" name="正文"/>
          <p:cNvSpPr txBox="1">
            <a:spLocks noGrp="1"/>
          </p:cNvSpPr>
          <p:nvPr>
            <p:ph idx="6" hasCustomPrompt="1"/>
            <p:custDataLst>
              <p:tags r:id="rId4"/>
            </p:custDataLst>
          </p:nvPr>
        </p:nvSpPr>
        <p:spPr>
          <a:xfrm>
            <a:off x="608400" y="1490357"/>
            <a:ext cx="5176800" cy="4759236"/>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latin typeface="+mn-lt"/>
                <a:sym typeface="+mn-ea"/>
              </a:rPr>
              <a:t>Click to add text</a:t>
            </a:r>
            <a:endParaRPr dirty="0">
              <a:sym typeface="+mn-ea"/>
            </a:endParaRPr>
          </a:p>
        </p:txBody>
      </p:sp>
      <p:sp>
        <p:nvSpPr>
          <p:cNvPr id="8" name="标题"/>
          <p:cNvSpPr txBox="1">
            <a:spLocks noGrp="1"/>
          </p:cNvSpPr>
          <p:nvPr>
            <p:ph type="title" idx="5" hasCustomPrompt="1"/>
            <p:custDataLst>
              <p:tags r:id="rId5"/>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r>
              <a:rPr dirty="0">
                <a:latin typeface="+mj-lt"/>
                <a:sym typeface="+mn-ea"/>
              </a:rPr>
              <a:t>Click to add title</a:t>
            </a:r>
            <a:endParaRPr dirty="0">
              <a:sym typeface="+mn-ea"/>
            </a:endParaRPr>
          </a:p>
        </p:txBody>
      </p:sp>
      <p:sp>
        <p:nvSpPr>
          <p:cNvPr id="10" name="矩形: 圆顶角 12"/>
          <p:cNvSpPr/>
          <p:nvPr>
            <p:custDataLst>
              <p:tags r:id="rId6"/>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cxnSp>
        <p:nvCxnSpPr>
          <p:cNvPr id="15" name="直接连接符 14"/>
          <p:cNvCxnSpPr/>
          <p:nvPr>
            <p:custDataLst>
              <p:tags r:id="rId7"/>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8"/>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9"/>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日期占位符 4"/>
          <p:cNvSpPr>
            <a:spLocks noGrp="1"/>
          </p:cNvSpPr>
          <p:nvPr>
            <p:ph type="dt" sz="half" idx="10"/>
            <p:custDataLst>
              <p:tags r:id="rId10"/>
            </p:custDataLst>
          </p:nvPr>
        </p:nvSpPr>
        <p:spPr>
          <a:xfrm>
            <a:off x="838200" y="6356350"/>
            <a:ext cx="2743200" cy="365125"/>
          </a:xfrm>
        </p:spPr>
        <p:txBody>
          <a:bodyPr/>
          <a:lstStyle/>
          <a:p>
            <a:r>
              <a:rPr lang="en-US"/>
              <a:t>Date Area</a:t>
            </a:r>
            <a:endParaRPr lang="en-US"/>
          </a:p>
        </p:txBody>
      </p:sp>
      <p:sp>
        <p:nvSpPr>
          <p:cNvPr id="6" name="页脚占位符 5"/>
          <p:cNvSpPr>
            <a:spLocks noGrp="1"/>
          </p:cNvSpPr>
          <p:nvPr>
            <p:ph type="ftr" sz="quarter" idx="11"/>
            <p:custDataLst>
              <p:tags r:id="rId11"/>
            </p:custDataLst>
          </p:nvPr>
        </p:nvSpPr>
        <p:spPr>
          <a:xfrm>
            <a:off x="4038600" y="6356350"/>
            <a:ext cx="4114800" cy="365125"/>
          </a:xfrm>
        </p:spPr>
        <p:txBody>
          <a:bodyPr/>
          <a:lstStyle/>
          <a:p>
            <a:endParaRPr lang="en-US"/>
          </a:p>
        </p:txBody>
      </p:sp>
      <p:sp>
        <p:nvSpPr>
          <p:cNvPr id="7" name="灯片编号占位符 6"/>
          <p:cNvSpPr>
            <a:spLocks noGrp="1"/>
          </p:cNvSpPr>
          <p:nvPr>
            <p:ph type="sldNum" sz="quarter" idx="12"/>
            <p:custDataLst>
              <p:tags r:id="rId12"/>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8" name="正文"/>
          <p:cNvSpPr txBox="1">
            <a:spLocks noGrp="1"/>
          </p:cNvSpPr>
          <p:nvPr>
            <p:ph idx="9" hasCustomPrompt="1"/>
            <p:custDataLst>
              <p:tags r:id="rId3"/>
            </p:custDataLst>
          </p:nvPr>
        </p:nvSpPr>
        <p:spPr>
          <a:xfrm>
            <a:off x="6235200" y="1854000"/>
            <a:ext cx="5342400"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latin typeface="+mn-lt"/>
                <a:sym typeface="+mn-ea"/>
              </a:rPr>
              <a:t>Click to add text</a:t>
            </a:r>
            <a:endParaRPr dirty="0">
              <a:sym typeface="+mn-ea"/>
            </a:endParaRPr>
          </a:p>
        </p:txBody>
      </p:sp>
      <p:sp>
        <p:nvSpPr>
          <p:cNvPr id="14" name="标题"/>
          <p:cNvSpPr txBox="1">
            <a:spLocks noGrp="1"/>
          </p:cNvSpPr>
          <p:nvPr>
            <p:ph type="title" idx="8" hasCustomPrompt="1"/>
            <p:custDataLst>
              <p:tags r:id="rId4"/>
            </p:custDataLst>
          </p:nvPr>
        </p:nvSpPr>
        <p:spPr>
          <a:xfrm>
            <a:off x="6235200" y="1429200"/>
            <a:ext cx="5342400" cy="40011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2000" b="1" i="0" u="none" strike="noStrike" kern="1200" cap="none" spc="0" normalizeH="0" baseline="0" noProof="1" dirty="0">
                <a:solidFill>
                  <a:schemeClr val="tx1">
                    <a:lumMod val="85000"/>
                    <a:lumOff val="15000"/>
                  </a:schemeClr>
                </a:solidFill>
                <a:latin typeface="+mj-lt"/>
              </a:defRPr>
            </a:lvl1pPr>
          </a:lstStyle>
          <a:p>
            <a:pPr lvl="0"/>
            <a:r>
              <a:rPr dirty="0">
                <a:latin typeface="+mj-lt"/>
                <a:sym typeface="+mn-ea"/>
              </a:rPr>
              <a:t>Click to add title</a:t>
            </a:r>
            <a:endParaRPr dirty="0">
              <a:sym typeface="+mn-ea"/>
            </a:endParaRPr>
          </a:p>
        </p:txBody>
      </p:sp>
      <p:sp>
        <p:nvSpPr>
          <p:cNvPr id="13" name="正文"/>
          <p:cNvSpPr txBox="1">
            <a:spLocks noGrp="1"/>
          </p:cNvSpPr>
          <p:nvPr>
            <p:ph idx="7" hasCustomPrompt="1"/>
            <p:custDataLst>
              <p:tags r:id="rId5"/>
            </p:custDataLst>
          </p:nvPr>
        </p:nvSpPr>
        <p:spPr>
          <a:xfrm>
            <a:off x="608400" y="1854000"/>
            <a:ext cx="5342400"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latin typeface="+mn-lt"/>
                <a:sym typeface="+mn-ea"/>
              </a:rPr>
              <a:t>Click to add text</a:t>
            </a:r>
            <a:endParaRPr dirty="0">
              <a:sym typeface="+mn-ea"/>
            </a:endParaRPr>
          </a:p>
        </p:txBody>
      </p:sp>
      <p:sp>
        <p:nvSpPr>
          <p:cNvPr id="12" name="标题"/>
          <p:cNvSpPr txBox="1">
            <a:spLocks noGrp="1"/>
          </p:cNvSpPr>
          <p:nvPr>
            <p:ph type="title" idx="6" hasCustomPrompt="1"/>
            <p:custDataLst>
              <p:tags r:id="rId6"/>
            </p:custDataLst>
          </p:nvPr>
        </p:nvSpPr>
        <p:spPr>
          <a:xfrm>
            <a:off x="608400" y="1429200"/>
            <a:ext cx="5342400" cy="40011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2000" b="1" i="0" u="none" strike="noStrike" kern="1200" cap="none" spc="0" normalizeH="0" baseline="0" noProof="1" dirty="0">
                <a:solidFill>
                  <a:schemeClr val="tx1">
                    <a:lumMod val="85000"/>
                    <a:lumOff val="15000"/>
                  </a:schemeClr>
                </a:solidFill>
                <a:latin typeface="+mj-lt"/>
              </a:defRPr>
            </a:lvl1pPr>
          </a:lstStyle>
          <a:p>
            <a:pPr lvl="0"/>
            <a:r>
              <a:rPr dirty="0">
                <a:latin typeface="+mj-lt"/>
                <a:sym typeface="+mn-ea"/>
              </a:rPr>
              <a:t>Click to add title</a:t>
            </a:r>
            <a:endParaRPr dirty="0">
              <a:sym typeface="+mn-ea"/>
            </a:endParaRPr>
          </a:p>
        </p:txBody>
      </p:sp>
      <p:sp>
        <p:nvSpPr>
          <p:cNvPr id="11" name="标题"/>
          <p:cNvSpPr txBox="1">
            <a:spLocks noGrp="1"/>
          </p:cNvSpPr>
          <p:nvPr>
            <p:ph type="title" idx="5" hasCustomPrompt="1"/>
            <p:custDataLst>
              <p:tags r:id="rId7"/>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r>
              <a:rPr dirty="0">
                <a:latin typeface="+mj-lt"/>
                <a:sym typeface="+mn-ea"/>
              </a:rPr>
              <a:t>Click to add title</a:t>
            </a:r>
            <a:endParaRPr dirty="0">
              <a:sym typeface="+mn-ea"/>
            </a:endParaRPr>
          </a:p>
        </p:txBody>
      </p:sp>
      <p:sp>
        <p:nvSpPr>
          <p:cNvPr id="10" name="矩形: 圆顶角 12"/>
          <p:cNvSpPr/>
          <p:nvPr>
            <p:custDataLst>
              <p:tags r:id="rId8"/>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cxnSp>
        <p:nvCxnSpPr>
          <p:cNvPr id="15" name="直接连接符 14"/>
          <p:cNvCxnSpPr/>
          <p:nvPr>
            <p:custDataLst>
              <p:tags r:id="rId9"/>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10"/>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11"/>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日期占位符 6"/>
          <p:cNvSpPr>
            <a:spLocks noGrp="1"/>
          </p:cNvSpPr>
          <p:nvPr>
            <p:ph type="dt" sz="half" idx="10"/>
            <p:custDataLst>
              <p:tags r:id="rId12"/>
            </p:custDataLst>
          </p:nvPr>
        </p:nvSpPr>
        <p:spPr>
          <a:xfrm>
            <a:off x="838200" y="6356350"/>
            <a:ext cx="2743200" cy="365125"/>
          </a:xfrm>
        </p:spPr>
        <p:txBody>
          <a:bodyPr/>
          <a:lstStyle/>
          <a:p>
            <a:r>
              <a:rPr lang="en-US"/>
              <a:t>Date Area</a:t>
            </a:r>
            <a:endParaRPr lang="en-US"/>
          </a:p>
        </p:txBody>
      </p:sp>
      <p:sp>
        <p:nvSpPr>
          <p:cNvPr id="8" name="页脚占位符 7"/>
          <p:cNvSpPr>
            <a:spLocks noGrp="1"/>
          </p:cNvSpPr>
          <p:nvPr>
            <p:ph type="ftr" sz="quarter" idx="11"/>
            <p:custDataLst>
              <p:tags r:id="rId13"/>
            </p:custDataLst>
          </p:nvPr>
        </p:nvSpPr>
        <p:spPr>
          <a:xfrm>
            <a:off x="4038600" y="6356350"/>
            <a:ext cx="4114800" cy="365125"/>
          </a:xfrm>
        </p:spPr>
        <p:txBody>
          <a:bodyPr/>
          <a:lstStyle/>
          <a:p>
            <a:endParaRPr lang="en-US"/>
          </a:p>
        </p:txBody>
      </p:sp>
      <p:sp>
        <p:nvSpPr>
          <p:cNvPr id="9" name="灯片编号占位符 8"/>
          <p:cNvSpPr>
            <a:spLocks noGrp="1"/>
          </p:cNvSpPr>
          <p:nvPr>
            <p:ph type="sldNum" sz="quarter" idx="12"/>
            <p:custDataLst>
              <p:tags r:id="rId14"/>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showMasterSp="0">
  <p:cSld name="Title Only">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标题"/>
          <p:cNvSpPr txBox="1">
            <a:spLocks noGrp="1"/>
          </p:cNvSpPr>
          <p:nvPr>
            <p:ph type="title" idx="5" hasCustomPrompt="1"/>
            <p:custDataLst>
              <p:tags r:id="rId3"/>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r>
              <a:rPr dirty="0">
                <a:latin typeface="+mj-lt"/>
                <a:sym typeface="+mn-ea"/>
              </a:rPr>
              <a:t>Click to add title</a:t>
            </a:r>
            <a:endParaRPr dirty="0">
              <a:sym typeface="+mn-ea"/>
            </a:endParaRPr>
          </a:p>
        </p:txBody>
      </p:sp>
      <p:sp>
        <p:nvSpPr>
          <p:cNvPr id="6" name="矩形: 圆顶角 12"/>
          <p:cNvSpPr/>
          <p:nvPr>
            <p:custDataLst>
              <p:tags r:id="rId4"/>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cxnSp>
        <p:nvCxnSpPr>
          <p:cNvPr id="15" name="直接连接符 14"/>
          <p:cNvCxnSpPr/>
          <p:nvPr>
            <p:custDataLst>
              <p:tags r:id="rId5"/>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6"/>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7"/>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日期占位符 2"/>
          <p:cNvSpPr>
            <a:spLocks noGrp="1"/>
          </p:cNvSpPr>
          <p:nvPr>
            <p:ph type="dt" sz="half" idx="10"/>
            <p:custDataLst>
              <p:tags r:id="rId8"/>
            </p:custDataLst>
          </p:nvPr>
        </p:nvSpPr>
        <p:spPr>
          <a:xfrm>
            <a:off x="838200" y="6356350"/>
            <a:ext cx="2743200" cy="365125"/>
          </a:xfrm>
        </p:spPr>
        <p:txBody>
          <a:bodyPr/>
          <a:lstStyle/>
          <a:p>
            <a:r>
              <a:rPr lang="en-US"/>
              <a:t>Date Area</a:t>
            </a:r>
            <a:endParaRPr lang="en-US"/>
          </a:p>
        </p:txBody>
      </p:sp>
      <p:sp>
        <p:nvSpPr>
          <p:cNvPr id="4" name="页脚占位符 3"/>
          <p:cNvSpPr>
            <a:spLocks noGrp="1"/>
          </p:cNvSpPr>
          <p:nvPr>
            <p:ph type="ftr" sz="quarter" idx="11"/>
            <p:custDataLst>
              <p:tags r:id="rId9"/>
            </p:custDataLst>
          </p:nvPr>
        </p:nvSpPr>
        <p:spPr>
          <a:xfrm>
            <a:off x="4038600" y="6356350"/>
            <a:ext cx="4114800" cy="365125"/>
          </a:xfrm>
        </p:spPr>
        <p:txBody>
          <a:bodyPr/>
          <a:lstStyle/>
          <a:p>
            <a:endParaRPr lang="en-US"/>
          </a:p>
        </p:txBody>
      </p:sp>
      <p:sp>
        <p:nvSpPr>
          <p:cNvPr id="5" name="灯片编号占位符 4"/>
          <p:cNvSpPr>
            <a:spLocks noGrp="1"/>
          </p:cNvSpPr>
          <p:nvPr>
            <p:ph type="sldNum" sz="quarter" idx="12"/>
            <p:custDataLst>
              <p:tags r:id="rId10"/>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5" name="矩形 4"/>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日期占位符 1"/>
          <p:cNvSpPr>
            <a:spLocks noGrp="1"/>
          </p:cNvSpPr>
          <p:nvPr>
            <p:ph type="dt" sz="half" idx="10"/>
            <p:custDataLst>
              <p:tags r:id="rId3"/>
            </p:custDataLst>
          </p:nvPr>
        </p:nvSpPr>
        <p:spPr/>
        <p:txBody>
          <a:bodyPr/>
          <a:lstStyle/>
          <a:p>
            <a:r>
              <a:rPr lang="en-US"/>
              <a:t>Date Area</a:t>
            </a:r>
            <a:endParaRPr lang="en-US"/>
          </a:p>
        </p:txBody>
      </p:sp>
      <p:sp>
        <p:nvSpPr>
          <p:cNvPr id="3" name="页脚占位符 2"/>
          <p:cNvSpPr>
            <a:spLocks noGrp="1"/>
          </p:cNvSpPr>
          <p:nvPr>
            <p:ph type="ftr" sz="quarter" idx="11"/>
            <p:custDataLst>
              <p:tags r:id="rId4"/>
            </p:custDataLst>
          </p:nvPr>
        </p:nvSpPr>
        <p:spPr/>
        <p:txBody>
          <a:bodyPr/>
          <a:lstStyle/>
          <a:p>
            <a:endParaRPr lang="en-US"/>
          </a:p>
        </p:txBody>
      </p:sp>
      <p:sp>
        <p:nvSpPr>
          <p:cNvPr id="4" name="灯片编号占位符 3"/>
          <p:cNvSpPr>
            <a:spLocks noGrp="1"/>
          </p:cNvSpPr>
          <p:nvPr>
            <p:ph type="sldNum" sz="quarter" idx="12"/>
            <p:custDataLst>
              <p:tags r:id="rId5"/>
            </p:custDataLst>
          </p:nvPr>
        </p:nvSpPr>
        <p:spPr/>
        <p:txBody>
          <a:bodyPr/>
          <a:lstStyle/>
          <a:p>
            <a:fld id="{565CE74E-AB26-4998-AD42-012C4C1AD076}" type="slidenum">
              <a:rPr lang="en-US" smtClean="0"/>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showMasterSp="0">
  <p:cSld name="Content Only">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正文"/>
          <p:cNvSpPr txBox="1">
            <a:spLocks noGrp="1"/>
          </p:cNvSpPr>
          <p:nvPr>
            <p:ph idx="1" hasCustomPrompt="1"/>
            <p:custDataLst>
              <p:tags r:id="rId3"/>
            </p:custDataLst>
          </p:nvPr>
        </p:nvSpPr>
        <p:spPr>
          <a:xfrm>
            <a:off x="695960" y="360045"/>
            <a:ext cx="10801985" cy="581787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latin typeface="+mn-lt"/>
                <a:sym typeface="+mn-ea"/>
              </a:rPr>
              <a:t>Click to add text</a:t>
            </a:r>
            <a:endParaRPr dirty="0">
              <a:sym typeface="+mn-ea"/>
            </a:endParaRPr>
          </a:p>
        </p:txBody>
      </p:sp>
      <p:sp>
        <p:nvSpPr>
          <p:cNvPr id="4" name="日期占位符 3"/>
          <p:cNvSpPr>
            <a:spLocks noGrp="1"/>
          </p:cNvSpPr>
          <p:nvPr>
            <p:ph type="dt" sz="half" idx="10"/>
            <p:custDataLst>
              <p:tags r:id="rId4"/>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5"/>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6"/>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showMasterSp="0">
  <p:cSld name="Title and Subtitle">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1" name="标题"/>
          <p:cNvSpPr txBox="1">
            <a:spLocks noGrp="1"/>
          </p:cNvSpPr>
          <p:nvPr>
            <p:ph type="title" idx="6" hasCustomPrompt="1"/>
            <p:custDataLst>
              <p:tags r:id="rId3"/>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r>
              <a:rPr dirty="0">
                <a:latin typeface="+mj-lt"/>
                <a:sym typeface="+mn-ea"/>
              </a:rPr>
              <a:t>Click to add title</a:t>
            </a:r>
            <a:endParaRPr dirty="0">
              <a:sym typeface="+mn-ea"/>
            </a:endParaRPr>
          </a:p>
        </p:txBody>
      </p:sp>
      <p:sp>
        <p:nvSpPr>
          <p:cNvPr id="10" name="矩形: 圆顶角 12"/>
          <p:cNvSpPr/>
          <p:nvPr>
            <p:custDataLst>
              <p:tags r:id="rId4"/>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cxnSp>
        <p:nvCxnSpPr>
          <p:cNvPr id="7" name="直接连接符 6"/>
          <p:cNvCxnSpPr/>
          <p:nvPr>
            <p:custDataLst>
              <p:tags r:id="rId5"/>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6"/>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7"/>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副标题"/>
          <p:cNvSpPr txBox="1">
            <a:spLocks noGrp="1"/>
          </p:cNvSpPr>
          <p:nvPr>
            <p:ph type="body" idx="1" hasCustomPrompt="1"/>
            <p:custDataLst>
              <p:tags r:id="rId8"/>
            </p:custDataLst>
          </p:nvPr>
        </p:nvSpPr>
        <p:spPr>
          <a:xfrm>
            <a:off x="695960" y="1301750"/>
            <a:ext cx="10799088" cy="405553"/>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2000" b="1" i="0" u="none" strike="noStrike" kern="1200" cap="none" spc="0" normalizeH="0" baseline="0" noProof="1" dirty="0">
                <a:solidFill>
                  <a:schemeClr val="tx1">
                    <a:lumMod val="75000"/>
                    <a:lumOff val="25000"/>
                  </a:schemeClr>
                </a:solidFill>
                <a:uFillTx/>
                <a:latin typeface="+mj-lt"/>
              </a:defRPr>
            </a:lvl1pPr>
          </a:lstStyle>
          <a:p>
            <a:pPr lvl="0" algn="l"/>
            <a:r>
              <a:rPr dirty="0">
                <a:latin typeface="+mj-lt"/>
                <a:sym typeface="+mn-ea"/>
              </a:rPr>
              <a:t>Click to add text</a:t>
            </a:r>
            <a:endParaRPr dirty="0">
              <a:sym typeface="+mn-ea"/>
            </a:endParaRPr>
          </a:p>
        </p:txBody>
      </p:sp>
      <p:sp>
        <p:nvSpPr>
          <p:cNvPr id="3" name="日期占位符 2"/>
          <p:cNvSpPr>
            <a:spLocks noGrp="1"/>
          </p:cNvSpPr>
          <p:nvPr>
            <p:ph type="dt" sz="half" idx="10"/>
            <p:custDataLst>
              <p:tags r:id="rId9"/>
            </p:custDataLst>
          </p:nvPr>
        </p:nvSpPr>
        <p:spPr>
          <a:xfrm>
            <a:off x="838200" y="6356350"/>
            <a:ext cx="2743200" cy="365125"/>
          </a:xfrm>
        </p:spPr>
        <p:txBody>
          <a:bodyPr/>
          <a:lstStyle/>
          <a:p>
            <a:r>
              <a:rPr lang="en-US"/>
              <a:t>Date Area</a:t>
            </a:r>
            <a:endParaRPr lang="en-US"/>
          </a:p>
        </p:txBody>
      </p:sp>
      <p:sp>
        <p:nvSpPr>
          <p:cNvPr id="4" name="页脚占位符 3"/>
          <p:cNvSpPr>
            <a:spLocks noGrp="1"/>
          </p:cNvSpPr>
          <p:nvPr>
            <p:ph type="ftr" sz="quarter" idx="11"/>
            <p:custDataLst>
              <p:tags r:id="rId10"/>
            </p:custDataLst>
          </p:nvPr>
        </p:nvSpPr>
        <p:spPr>
          <a:xfrm>
            <a:off x="4038600" y="6356350"/>
            <a:ext cx="4114800" cy="365125"/>
          </a:xfrm>
        </p:spPr>
        <p:txBody>
          <a:bodyPr/>
          <a:lstStyle/>
          <a:p>
            <a:endParaRPr lang="en-US"/>
          </a:p>
        </p:txBody>
      </p:sp>
      <p:sp>
        <p:nvSpPr>
          <p:cNvPr id="5" name="灯片编号占位符 4"/>
          <p:cNvSpPr>
            <a:spLocks noGrp="1"/>
          </p:cNvSpPr>
          <p:nvPr>
            <p:ph type="sldNum" sz="quarter" idx="12"/>
            <p:custDataLst>
              <p:tags r:id="rId11"/>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showMasterSp="0" userDrawn="1">
  <p:cSld name="End Slide">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82" name="椭圆 81"/>
          <p:cNvSpPr>
            <a:spLocks noChangeAspect="1"/>
          </p:cNvSpPr>
          <p:nvPr>
            <p:custDataLst>
              <p:tags r:id="rId3"/>
            </p:custDataLst>
          </p:nvPr>
        </p:nvSpPr>
        <p:spPr>
          <a:xfrm flipH="1">
            <a:off x="2155825" y="1458505"/>
            <a:ext cx="1763395" cy="1763395"/>
          </a:xfrm>
          <a:prstGeom prst="ellipse">
            <a:avLst/>
          </a:prstGeom>
          <a:gradFill flip="none" rotWithShape="1">
            <a:gsLst>
              <a:gs pos="0">
                <a:schemeClr val="bg1">
                  <a:alpha val="5000"/>
                </a:schemeClr>
              </a:gs>
              <a:gs pos="89000">
                <a:schemeClr val="accent1">
                  <a:lumMod val="40000"/>
                  <a:lumOff val="60000"/>
                  <a:alpha val="60000"/>
                </a:schemeClr>
              </a:gs>
            </a:gsLst>
            <a:lin ang="13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ym typeface="+mn-lt"/>
            </a:endParaRPr>
          </a:p>
        </p:txBody>
      </p:sp>
      <p:sp>
        <p:nvSpPr>
          <p:cNvPr id="10" name="任意多边形: 形状 6"/>
          <p:cNvSpPr/>
          <p:nvPr>
            <p:custDataLst>
              <p:tags r:id="rId4"/>
            </p:custDataLst>
          </p:nvPr>
        </p:nvSpPr>
        <p:spPr>
          <a:xfrm flipH="1">
            <a:off x="10275568" y="0"/>
            <a:ext cx="1490346" cy="807593"/>
          </a:xfrm>
          <a:custGeom>
            <a:avLst/>
            <a:gdLst>
              <a:gd name="connsiteX0" fmla="*/ 1484054 w 1490346"/>
              <a:gd name="connsiteY0" fmla="*/ 0 h 807593"/>
              <a:gd name="connsiteX1" fmla="*/ 6292 w 1490346"/>
              <a:gd name="connsiteY1" fmla="*/ 0 h 807593"/>
              <a:gd name="connsiteX2" fmla="*/ 0 w 1490346"/>
              <a:gd name="connsiteY2" fmla="*/ 62420 h 807593"/>
              <a:gd name="connsiteX3" fmla="*/ 745173 w 1490346"/>
              <a:gd name="connsiteY3" fmla="*/ 807593 h 807593"/>
              <a:gd name="connsiteX4" fmla="*/ 1490346 w 1490346"/>
              <a:gd name="connsiteY4" fmla="*/ 62420 h 8075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0346" h="807593">
                <a:moveTo>
                  <a:pt x="1484054" y="0"/>
                </a:moveTo>
                <a:lnTo>
                  <a:pt x="6292" y="0"/>
                </a:lnTo>
                <a:lnTo>
                  <a:pt x="0" y="62420"/>
                </a:lnTo>
                <a:cubicBezTo>
                  <a:pt x="0" y="473968"/>
                  <a:pt x="333625" y="807593"/>
                  <a:pt x="745173" y="807593"/>
                </a:cubicBezTo>
                <a:cubicBezTo>
                  <a:pt x="1156721" y="807593"/>
                  <a:pt x="1490346" y="473968"/>
                  <a:pt x="1490346" y="62420"/>
                </a:cubicBezTo>
                <a:close/>
              </a:path>
            </a:pathLst>
          </a:custGeom>
          <a:gradFill flip="none" rotWithShape="1">
            <a:gsLst>
              <a:gs pos="0">
                <a:schemeClr val="bg1">
                  <a:alpha val="10000"/>
                </a:schemeClr>
              </a:gs>
              <a:gs pos="89000">
                <a:schemeClr val="accent1">
                  <a:alpha val="25000"/>
                </a:schemeClr>
              </a:gs>
            </a:gsLst>
            <a:lin ang="13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cxnSp>
        <p:nvCxnSpPr>
          <p:cNvPr id="22" name="直接连接符 21"/>
          <p:cNvCxnSpPr/>
          <p:nvPr>
            <p:custDataLst>
              <p:tags r:id="rId5"/>
            </p:custDataLst>
          </p:nvPr>
        </p:nvCxnSpPr>
        <p:spPr>
          <a:xfrm>
            <a:off x="837565" y="60134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custDataLst>
              <p:tags r:id="rId6"/>
            </p:custDataLst>
          </p:nvPr>
        </p:nvCxnSpPr>
        <p:spPr>
          <a:xfrm>
            <a:off x="837565" y="65976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7"/>
            </p:custDataLst>
          </p:nvPr>
        </p:nvCxnSpPr>
        <p:spPr>
          <a:xfrm>
            <a:off x="837565" y="71818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7" name="图片 56" descr="箭头 右"/>
          <p:cNvPicPr>
            <a:picLocks noChangeAspect="1"/>
          </p:cNvPicPr>
          <p:nvPr>
            <p:custDataLst>
              <p:tags r:id="rId8"/>
            </p:custDataLst>
          </p:nvPr>
        </p:nvPicPr>
        <p:blipFill>
          <a:blip/>
          <a:stretch>
            <a:fillRect/>
          </a:stretch>
        </p:blipFill>
        <p:spPr>
          <a:xfrm>
            <a:off x="1105535" y="6229350"/>
            <a:ext cx="153670" cy="153670"/>
          </a:xfrm>
          <a:prstGeom prst="rect">
            <a:avLst/>
          </a:prstGeom>
        </p:spPr>
      </p:pic>
      <p:pic>
        <p:nvPicPr>
          <p:cNvPr id="58" name="图片 57" descr="箭头 右"/>
          <p:cNvPicPr>
            <a:picLocks noChangeAspect="1"/>
          </p:cNvPicPr>
          <p:nvPr>
            <p:custDataLst>
              <p:tags r:id="rId9"/>
            </p:custDataLst>
          </p:nvPr>
        </p:nvPicPr>
        <p:blipFill>
          <a:blip/>
          <a:stretch>
            <a:fillRect/>
          </a:stretch>
        </p:blipFill>
        <p:spPr>
          <a:xfrm flipH="1">
            <a:off x="837565" y="6229350"/>
            <a:ext cx="153670" cy="153670"/>
          </a:xfrm>
          <a:prstGeom prst="rect">
            <a:avLst/>
          </a:prstGeom>
        </p:spPr>
      </p:pic>
      <p:sp>
        <p:nvSpPr>
          <p:cNvPr id="18" name="矩形: 圆顶角 12"/>
          <p:cNvSpPr/>
          <p:nvPr>
            <p:custDataLst>
              <p:tags r:id="rId10"/>
            </p:custDataLst>
          </p:nvPr>
        </p:nvSpPr>
        <p:spPr>
          <a:xfrm rot="18900000" flipH="1">
            <a:off x="8013065" y="1040130"/>
            <a:ext cx="2052955" cy="3821430"/>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9" name="矩形: 圆顶角 13"/>
          <p:cNvSpPr/>
          <p:nvPr>
            <p:custDataLst>
              <p:tags r:id="rId11"/>
            </p:custDataLst>
          </p:nvPr>
        </p:nvSpPr>
        <p:spPr>
          <a:xfrm rot="8100000" flipH="1">
            <a:off x="7706360" y="2266315"/>
            <a:ext cx="2052955" cy="3874135"/>
          </a:xfrm>
          <a:prstGeom prst="round2SameRect">
            <a:avLst>
              <a:gd name="adj1" fmla="val 50000"/>
              <a:gd name="adj2" fmla="val 0"/>
            </a:avLst>
          </a:prstGeom>
          <a:gradFill flip="none" rotWithShape="1">
            <a:gsLst>
              <a:gs pos="100000">
                <a:schemeClr val="accent6">
                  <a:lumMod val="20000"/>
                  <a:lumOff val="80000"/>
                  <a:alpha val="0"/>
                </a:schemeClr>
              </a:gs>
              <a:gs pos="0">
                <a:schemeClr val="bg1">
                  <a:alpha val="9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8" name="标题"/>
          <p:cNvSpPr txBox="1">
            <a:spLocks noGrp="1"/>
          </p:cNvSpPr>
          <p:nvPr>
            <p:ph type="title" idx="2" hasCustomPrompt="1"/>
            <p:custDataLst>
              <p:tags r:id="rId12"/>
            </p:custDataLst>
          </p:nvPr>
        </p:nvSpPr>
        <p:spPr>
          <a:xfrm>
            <a:off x="837565" y="2507010"/>
            <a:ext cx="7294880" cy="1011721"/>
          </a:xfrm>
          <a:prstGeom prst="rect">
            <a:avLst/>
          </a:prstGeom>
          <a:noFill/>
        </p:spPr>
        <p:txBody>
          <a:bodyPr wrap="square" lIns="0" tIns="0" rIns="0" bIns="0" rtlCol="0" anchor="ctr">
            <a:normAutofit/>
          </a:bodyPr>
          <a:lstStyle>
            <a:lvl1pPr marL="0" marR="0" algn="l" defTabSz="914400" rtl="0" eaLnBrk="1" fontAlgn="auto" latinLnBrk="0" hangingPunct="1">
              <a:lnSpc>
                <a:spcPct val="100000"/>
              </a:lnSpc>
              <a:buClrTx/>
              <a:buSzTx/>
              <a:buFontTx/>
              <a:buNone/>
              <a:defRPr kumimoji="0" lang="en-US" sz="5600" b="1" i="0" u="none" strike="noStrike" kern="1200" cap="none" spc="0" normalizeH="0" baseline="0" noProof="1" dirty="0">
                <a:gradFill>
                  <a:gsLst>
                    <a:gs pos="20000">
                      <a:schemeClr val="accent2"/>
                    </a:gs>
                    <a:gs pos="100000">
                      <a:schemeClr val="accent1">
                        <a:lumMod val="60000"/>
                        <a:lumOff val="40000"/>
                      </a:schemeClr>
                    </a:gs>
                  </a:gsLst>
                  <a:lin ang="4800000" scaled="0"/>
                </a:gradFill>
                <a:latin typeface="+mj-lt"/>
              </a:defRPr>
            </a:lvl1pPr>
          </a:lstStyle>
          <a:p>
            <a:pPr lvl="0"/>
            <a:r>
              <a:rPr dirty="0">
                <a:latin typeface="+mj-lt"/>
                <a:sym typeface="+mn-ea"/>
              </a:rPr>
              <a:t>Click to add title</a:t>
            </a:r>
            <a:endParaRPr dirty="0">
              <a:sym typeface="+mn-ea"/>
            </a:endParaRPr>
          </a:p>
        </p:txBody>
      </p:sp>
      <p:sp>
        <p:nvSpPr>
          <p:cNvPr id="4" name="日期占位符 3"/>
          <p:cNvSpPr>
            <a:spLocks noGrp="1"/>
          </p:cNvSpPr>
          <p:nvPr>
            <p:ph type="dt" sz="half" idx="10"/>
            <p:custDataLst>
              <p:tags r:id="rId13"/>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14"/>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15"/>
            </p:custDataLst>
          </p:nvPr>
        </p:nvSpPr>
        <p:spPr>
          <a:xfrm>
            <a:off x="8610600" y="6356350"/>
            <a:ext cx="2743200" cy="365125"/>
          </a:xfrm>
        </p:spPr>
        <p:txBody>
          <a:bodyPr/>
          <a:lstStyle/>
          <a:p>
            <a:fld id="{565CE74E-AB26-4998-AD42-012C4C1AD076}" type="slidenum">
              <a:rPr lang="en-US" smtClean="0"/>
            </a:fld>
            <a:endParaRPr lang="en-US"/>
          </a:p>
        </p:txBody>
      </p:sp>
      <p:sp>
        <p:nvSpPr>
          <p:cNvPr id="17" name="署名占位符 10"/>
          <p:cNvSpPr>
            <a:spLocks noGrp="1"/>
          </p:cNvSpPr>
          <p:nvPr>
            <p:ph type="body" sz="quarter" idx="17" hasCustomPrompt="1"/>
            <p:custDataLst>
              <p:tags r:id="rId16"/>
            </p:custDataLst>
          </p:nvPr>
        </p:nvSpPr>
        <p:spPr>
          <a:xfrm>
            <a:off x="837565" y="3988960"/>
            <a:ext cx="1944000" cy="457279"/>
          </a:xfrm>
          <a:prstGeom prst="roundRect">
            <a:avLst>
              <a:gd name="adj" fmla="val 50000"/>
            </a:avLst>
          </a:prstGeom>
          <a:solidFill>
            <a:schemeClr val="accent2"/>
          </a:solidFill>
        </p:spPr>
        <p:txBody>
          <a:bodyPr wrap="square" anchor="ctr">
            <a:normAutofit/>
          </a:bodyPr>
          <a:lstStyle>
            <a:lvl1pPr marL="0" indent="0" algn="ctr">
              <a:lnSpc>
                <a:spcPct val="100000"/>
              </a:lnSpc>
              <a:buNone/>
              <a:defRPr sz="1600" spc="0" baseline="0">
                <a:solidFill>
                  <a:srgbClr val="FFFFFF"/>
                </a:solidFill>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82" name="椭圆 81"/>
          <p:cNvSpPr>
            <a:spLocks noChangeAspect="1"/>
          </p:cNvSpPr>
          <p:nvPr>
            <p:custDataLst>
              <p:tags r:id="rId3"/>
            </p:custDataLst>
          </p:nvPr>
        </p:nvSpPr>
        <p:spPr>
          <a:xfrm flipH="1">
            <a:off x="7106285" y="2912110"/>
            <a:ext cx="1763395" cy="1763395"/>
          </a:xfrm>
          <a:prstGeom prst="ellipse">
            <a:avLst/>
          </a:prstGeom>
          <a:gradFill flip="none" rotWithShape="1">
            <a:gsLst>
              <a:gs pos="0">
                <a:schemeClr val="bg1">
                  <a:alpha val="5000"/>
                </a:schemeClr>
              </a:gs>
              <a:gs pos="89000">
                <a:schemeClr val="accent1">
                  <a:lumMod val="40000"/>
                  <a:lumOff val="60000"/>
                  <a:alpha val="60000"/>
                </a:schemeClr>
              </a:gs>
            </a:gsLst>
            <a:lin ang="15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ym typeface="+mn-lt"/>
            </a:endParaRPr>
          </a:p>
        </p:txBody>
      </p:sp>
      <p:sp>
        <p:nvSpPr>
          <p:cNvPr id="16" name="矩形: 圆顶角 12"/>
          <p:cNvSpPr/>
          <p:nvPr>
            <p:custDataLst>
              <p:tags r:id="rId4"/>
            </p:custDataLst>
          </p:nvPr>
        </p:nvSpPr>
        <p:spPr>
          <a:xfrm rot="18900000" flipH="1">
            <a:off x="2332990" y="1199515"/>
            <a:ext cx="1979930" cy="3685540"/>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5" name="矩形: 圆顶角 13"/>
          <p:cNvSpPr/>
          <p:nvPr>
            <p:custDataLst>
              <p:tags r:id="rId5"/>
            </p:custDataLst>
          </p:nvPr>
        </p:nvSpPr>
        <p:spPr>
          <a:xfrm rot="8100000" flipH="1">
            <a:off x="2037080" y="2382520"/>
            <a:ext cx="1979930" cy="3736975"/>
          </a:xfrm>
          <a:prstGeom prst="round2SameRect">
            <a:avLst>
              <a:gd name="adj1" fmla="val 50000"/>
              <a:gd name="adj2" fmla="val 0"/>
            </a:avLst>
          </a:prstGeom>
          <a:gradFill flip="none" rotWithShape="1">
            <a:gsLst>
              <a:gs pos="100000">
                <a:schemeClr val="accent6">
                  <a:lumMod val="20000"/>
                  <a:lumOff val="80000"/>
                  <a:alpha val="0"/>
                </a:schemeClr>
              </a:gs>
              <a:gs pos="0">
                <a:schemeClr val="bg1">
                  <a:alpha val="9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4" name="任意多边形: 形状 11"/>
          <p:cNvSpPr/>
          <p:nvPr>
            <p:custDataLst>
              <p:tags r:id="rId6"/>
            </p:custDataLst>
          </p:nvPr>
        </p:nvSpPr>
        <p:spPr>
          <a:xfrm flipH="1">
            <a:off x="10198733" y="0"/>
            <a:ext cx="1490346" cy="840741"/>
          </a:xfrm>
          <a:custGeom>
            <a:avLst/>
            <a:gdLst>
              <a:gd name="connsiteX0" fmla="*/ 1480712 w 1490346"/>
              <a:gd name="connsiteY0" fmla="*/ 0 h 840741"/>
              <a:gd name="connsiteX1" fmla="*/ 9634 w 1490346"/>
              <a:gd name="connsiteY1" fmla="*/ 0 h 840741"/>
              <a:gd name="connsiteX2" fmla="*/ 0 w 1490346"/>
              <a:gd name="connsiteY2" fmla="*/ 95568 h 840741"/>
              <a:gd name="connsiteX3" fmla="*/ 745173 w 1490346"/>
              <a:gd name="connsiteY3" fmla="*/ 840741 h 840741"/>
              <a:gd name="connsiteX4" fmla="*/ 1490346 w 1490346"/>
              <a:gd name="connsiteY4" fmla="*/ 95568 h 840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0346" h="840741">
                <a:moveTo>
                  <a:pt x="1480712" y="0"/>
                </a:moveTo>
                <a:lnTo>
                  <a:pt x="9634" y="0"/>
                </a:lnTo>
                <a:lnTo>
                  <a:pt x="0" y="95568"/>
                </a:lnTo>
                <a:cubicBezTo>
                  <a:pt x="0" y="507116"/>
                  <a:pt x="333625" y="840741"/>
                  <a:pt x="745173" y="840741"/>
                </a:cubicBezTo>
                <a:cubicBezTo>
                  <a:pt x="1156721" y="840741"/>
                  <a:pt x="1490346" y="507116"/>
                  <a:pt x="1490346" y="95568"/>
                </a:cubicBezTo>
                <a:close/>
              </a:path>
            </a:pathLst>
          </a:custGeom>
          <a:gradFill flip="none" rotWithShape="1">
            <a:gsLst>
              <a:gs pos="0">
                <a:schemeClr val="bg1">
                  <a:alpha val="10000"/>
                </a:schemeClr>
              </a:gs>
              <a:gs pos="89000">
                <a:schemeClr val="accent1">
                  <a:alpha val="25000"/>
                </a:schemeClr>
              </a:gs>
            </a:gsLst>
            <a:lin ang="13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cxnSp>
        <p:nvCxnSpPr>
          <p:cNvPr id="22" name="直接连接符 21"/>
          <p:cNvCxnSpPr/>
          <p:nvPr>
            <p:custDataLst>
              <p:tags r:id="rId7"/>
            </p:custDataLst>
          </p:nvPr>
        </p:nvCxnSpPr>
        <p:spPr>
          <a:xfrm>
            <a:off x="1144905" y="60134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custDataLst>
              <p:tags r:id="rId8"/>
            </p:custDataLst>
          </p:nvPr>
        </p:nvCxnSpPr>
        <p:spPr>
          <a:xfrm>
            <a:off x="1144905" y="65976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144905" y="71818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椭圆 11"/>
          <p:cNvSpPr>
            <a:spLocks noChangeAspect="1"/>
          </p:cNvSpPr>
          <p:nvPr>
            <p:custDataLst>
              <p:tags r:id="rId10"/>
            </p:custDataLst>
          </p:nvPr>
        </p:nvSpPr>
        <p:spPr>
          <a:xfrm>
            <a:off x="10654665" y="6252210"/>
            <a:ext cx="107950" cy="10795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椭圆 10"/>
          <p:cNvSpPr>
            <a:spLocks noChangeAspect="1"/>
          </p:cNvSpPr>
          <p:nvPr>
            <p:custDataLst>
              <p:tags r:id="rId11"/>
            </p:custDataLst>
          </p:nvPr>
        </p:nvSpPr>
        <p:spPr>
          <a:xfrm>
            <a:off x="10902315" y="6252210"/>
            <a:ext cx="107950" cy="10795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p:cNvSpPr>
            <a:spLocks noChangeAspect="1"/>
          </p:cNvSpPr>
          <p:nvPr>
            <p:custDataLst>
              <p:tags r:id="rId12"/>
            </p:custDataLst>
          </p:nvPr>
        </p:nvSpPr>
        <p:spPr>
          <a:xfrm>
            <a:off x="10407015" y="6252210"/>
            <a:ext cx="107950" cy="10795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7" name="图片 56" descr="箭头 右"/>
          <p:cNvPicPr>
            <a:picLocks noChangeAspect="1"/>
          </p:cNvPicPr>
          <p:nvPr>
            <p:custDataLst>
              <p:tags r:id="rId13"/>
            </p:custDataLst>
          </p:nvPr>
        </p:nvPicPr>
        <p:blipFill>
          <a:blip/>
          <a:stretch>
            <a:fillRect/>
          </a:stretch>
        </p:blipFill>
        <p:spPr>
          <a:xfrm>
            <a:off x="1412875" y="6229350"/>
            <a:ext cx="153670" cy="153670"/>
          </a:xfrm>
          <a:prstGeom prst="rect">
            <a:avLst/>
          </a:prstGeom>
        </p:spPr>
      </p:pic>
      <p:pic>
        <p:nvPicPr>
          <p:cNvPr id="58" name="图片 57" descr="箭头 右"/>
          <p:cNvPicPr>
            <a:picLocks noChangeAspect="1"/>
          </p:cNvPicPr>
          <p:nvPr>
            <p:custDataLst>
              <p:tags r:id="rId14"/>
            </p:custDataLst>
          </p:nvPr>
        </p:nvPicPr>
        <p:blipFill>
          <a:blip/>
          <a:stretch>
            <a:fillRect/>
          </a:stretch>
        </p:blipFill>
        <p:spPr>
          <a:xfrm flipH="1">
            <a:off x="1144905" y="6229350"/>
            <a:ext cx="153670" cy="153670"/>
          </a:xfrm>
          <a:prstGeom prst="rect">
            <a:avLst/>
          </a:prstGeom>
        </p:spPr>
      </p:pic>
      <p:sp>
        <p:nvSpPr>
          <p:cNvPr id="9" name="副标题"/>
          <p:cNvSpPr txBox="1">
            <a:spLocks noGrp="1"/>
          </p:cNvSpPr>
          <p:nvPr>
            <p:ph type="body" idx="3" hasCustomPrompt="1"/>
            <p:custDataLst>
              <p:tags r:id="rId15"/>
            </p:custDataLst>
          </p:nvPr>
        </p:nvSpPr>
        <p:spPr>
          <a:xfrm>
            <a:off x="4460086" y="583854"/>
            <a:ext cx="6724805" cy="876899"/>
          </a:xfrm>
          <a:prstGeom prst="rect">
            <a:avLst/>
          </a:prstGeom>
          <a:noFill/>
        </p:spPr>
        <p:txBody>
          <a:bodyPr wrap="square" lIns="0" tIns="0" rIns="0" bIns="0" rtlCol="0" anchor="b">
            <a:normAutofit/>
          </a:bodyPr>
          <a:lstStyle>
            <a:lvl1pPr marL="0" marR="0" algn="r" defTabSz="914400" rtl="0" eaLnBrk="1" fontAlgn="auto" latinLnBrk="0" hangingPunct="1">
              <a:lnSpc>
                <a:spcPct val="100000"/>
              </a:lnSpc>
              <a:buClrTx/>
              <a:buSzTx/>
              <a:buFontTx/>
              <a:buNone/>
              <a:defRPr kumimoji="0" lang="en-US" sz="2200" b="1" i="0" u="none" strike="noStrike" kern="1200" cap="none" spc="0" normalizeH="0" baseline="0" noProof="1" dirty="0">
                <a:gradFill>
                  <a:gsLst>
                    <a:gs pos="7000">
                      <a:schemeClr val="accent1">
                        <a:lumMod val="60000"/>
                        <a:lumOff val="40000"/>
                      </a:schemeClr>
                    </a:gs>
                    <a:gs pos="100000">
                      <a:schemeClr val="accent2">
                        <a:lumMod val="60000"/>
                        <a:lumOff val="40000"/>
                      </a:schemeClr>
                    </a:gs>
                  </a:gsLst>
                  <a:lin ang="7800000" scaled="0"/>
                </a:gradFill>
                <a:latin typeface="+mj-lt"/>
              </a:defRPr>
            </a:lvl1pPr>
          </a:lstStyle>
          <a:p>
            <a:pPr lvl="0" algn="r"/>
            <a:r>
              <a:rPr dirty="0">
                <a:latin typeface="+mj-lt"/>
                <a:sym typeface="+mn-ea"/>
              </a:rPr>
              <a:t>Click to add text</a:t>
            </a:r>
            <a:endParaRPr dirty="0">
              <a:sym typeface="+mn-ea"/>
            </a:endParaRPr>
          </a:p>
        </p:txBody>
      </p:sp>
      <p:sp>
        <p:nvSpPr>
          <p:cNvPr id="8" name="标题"/>
          <p:cNvSpPr txBox="1">
            <a:spLocks noGrp="1"/>
          </p:cNvSpPr>
          <p:nvPr>
            <p:ph type="title" idx="2" hasCustomPrompt="1"/>
            <p:custDataLst>
              <p:tags r:id="rId16"/>
            </p:custDataLst>
          </p:nvPr>
        </p:nvSpPr>
        <p:spPr>
          <a:xfrm>
            <a:off x="4460240" y="1561719"/>
            <a:ext cx="6724650" cy="3353288"/>
          </a:xfrm>
          <a:prstGeom prst="rect">
            <a:avLst/>
          </a:prstGeom>
          <a:noFill/>
        </p:spPr>
        <p:txBody>
          <a:bodyPr wrap="square" lIns="0" tIns="0" rIns="0" bIns="0" rtlCol="0" anchor="t" anchorCtr="0">
            <a:normAutofit/>
          </a:bodyPr>
          <a:lstStyle>
            <a:lvl1pPr marL="0" marR="0" algn="r" defTabSz="914400" rtl="0" eaLnBrk="1" fontAlgn="auto" latinLnBrk="0" hangingPunct="1">
              <a:lnSpc>
                <a:spcPct val="100000"/>
              </a:lnSpc>
              <a:buClrTx/>
              <a:buSzTx/>
              <a:buFontTx/>
              <a:buNone/>
              <a:defRPr kumimoji="0" lang="en-US" sz="5200" b="1" i="0" u="none" strike="noStrike" kern="1200" cap="none" spc="0" normalizeH="0" baseline="0" noProof="1" dirty="0">
                <a:gradFill>
                  <a:gsLst>
                    <a:gs pos="20000">
                      <a:schemeClr val="accent2"/>
                    </a:gs>
                    <a:gs pos="100000">
                      <a:schemeClr val="accent1">
                        <a:lumMod val="60000"/>
                        <a:lumOff val="40000"/>
                      </a:schemeClr>
                    </a:gs>
                  </a:gsLst>
                  <a:lin ang="4800000" scaled="0"/>
                </a:gradFill>
                <a:latin typeface="+mj-lt"/>
              </a:defRPr>
            </a:lvl1pPr>
          </a:lstStyle>
          <a:p>
            <a:pPr lvl="0" algn="r"/>
            <a:r>
              <a:rPr lang="en-US" dirty="0">
                <a:latin typeface="+mj-lt"/>
                <a:sym typeface="+mn-ea"/>
              </a:rPr>
              <a:t>Click to add title</a:t>
            </a:r>
            <a:endParaRPr lang="en-US" dirty="0">
              <a:sym typeface="+mn-ea"/>
            </a:endParaRPr>
          </a:p>
        </p:txBody>
      </p:sp>
      <p:sp>
        <p:nvSpPr>
          <p:cNvPr id="4" name="日期占位符 3"/>
          <p:cNvSpPr>
            <a:spLocks noGrp="1"/>
          </p:cNvSpPr>
          <p:nvPr>
            <p:ph type="dt" sz="half" idx="10"/>
            <p:custDataLst>
              <p:tags r:id="rId17"/>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18"/>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19"/>
            </p:custDataLst>
          </p:nvPr>
        </p:nvSpPr>
        <p:spPr>
          <a:xfrm>
            <a:off x="8610600" y="6356350"/>
            <a:ext cx="2743200" cy="365125"/>
          </a:xfrm>
        </p:spPr>
        <p:txBody>
          <a:bodyPr/>
          <a:lstStyle/>
          <a:p>
            <a:fld id="{565CE74E-AB26-4998-AD42-012C4C1AD076}" type="slidenum">
              <a:rPr lang="en-US" smtClean="0"/>
            </a:fld>
            <a:endParaRPr lang="en-US"/>
          </a:p>
        </p:txBody>
      </p:sp>
      <p:sp>
        <p:nvSpPr>
          <p:cNvPr id="21" name="署名占位符 10"/>
          <p:cNvSpPr>
            <a:spLocks noGrp="1"/>
          </p:cNvSpPr>
          <p:nvPr>
            <p:ph type="body" sz="quarter" idx="17" hasCustomPrompt="1"/>
            <p:custDataLst>
              <p:tags r:id="rId20"/>
            </p:custDataLst>
          </p:nvPr>
        </p:nvSpPr>
        <p:spPr>
          <a:xfrm>
            <a:off x="9240890" y="5051532"/>
            <a:ext cx="1944000" cy="457279"/>
          </a:xfrm>
          <a:prstGeom prst="roundRect">
            <a:avLst>
              <a:gd name="adj" fmla="val 50000"/>
            </a:avLst>
          </a:prstGeom>
          <a:solidFill>
            <a:schemeClr val="accent2"/>
          </a:solidFill>
        </p:spPr>
        <p:txBody>
          <a:bodyPr wrap="square" anchor="ctr">
            <a:normAutofit/>
          </a:bodyPr>
          <a:lstStyle>
            <a:lvl1pPr marL="0" indent="0" algn="ctr">
              <a:lnSpc>
                <a:spcPct val="100000"/>
              </a:lnSpc>
              <a:buNone/>
              <a:defRPr sz="1600" spc="0" baseline="0">
                <a:solidFill>
                  <a:srgbClr val="FFFFFF"/>
                </a:solidFill>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正文"/>
          <p:cNvSpPr txBox="1">
            <a:spLocks noGrp="1"/>
          </p:cNvSpPr>
          <p:nvPr>
            <p:ph idx="6" hasCustomPrompt="1"/>
            <p:custDataLst>
              <p:tags r:id="rId3"/>
            </p:custDataLst>
          </p:nvPr>
        </p:nvSpPr>
        <p:spPr>
          <a:xfrm>
            <a:off x="608400" y="1490400"/>
            <a:ext cx="10969200" cy="4759200"/>
          </a:xfrm>
          <a:prstGeom prst="rect">
            <a:avLst/>
          </a:prstGeom>
          <a:ln>
            <a:noFill/>
            <a:prstDash val="sysDash"/>
          </a:ln>
        </p:spPr>
        <p:txBody>
          <a:bodyPr vert="horz" lIns="90000" tIns="46800" rIns="90000" bIns="46800" rtlCol="0">
            <a:normAutofit/>
          </a:bodyPr>
          <a:lstStyle>
            <a:defPPr>
              <a:defRPr lang="en-US">
                <a:latin typeface="+mn-lt"/>
              </a:defRPr>
            </a:defPPr>
            <a:lvl1pPr marL="228600" marR="0" lvl="0" indent="-228600" algn="l" defTabSz="914400" rtl="0" eaLnBrk="1" fontAlgn="auto" latinLnBrk="0" hangingPunct="1">
              <a:lnSpc>
                <a:spcPct val="130000"/>
              </a:lnSpc>
              <a:spcBef>
                <a:spcPts val="1200"/>
              </a:spcBef>
              <a:spcAft>
                <a:spcPts val="0"/>
              </a:spcAft>
              <a:buClr>
                <a:schemeClr val="accent1"/>
              </a:buClr>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85000"/>
                    <a:lumOff val="15000"/>
                  </a:schemeClr>
                </a:solidFill>
                <a:uFillTx/>
                <a:latin typeface="+mn-lt"/>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mn-lt"/>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mn-lt"/>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mn-lt"/>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buClr>
                <a:schemeClr val="accent1"/>
              </a:buClr>
            </a:pPr>
            <a:r>
              <a:rPr dirty="0">
                <a:latin typeface="+mn-lt"/>
                <a:sym typeface="+mn-ea"/>
              </a:rPr>
              <a:t>Click to add text</a:t>
            </a:r>
            <a:endParaRPr dirty="0">
              <a:sym typeface="+mn-ea"/>
            </a:endParaRPr>
          </a:p>
        </p:txBody>
      </p:sp>
      <p:sp>
        <p:nvSpPr>
          <p:cNvPr id="11" name="标题"/>
          <p:cNvSpPr txBox="1">
            <a:spLocks noGrp="1"/>
          </p:cNvSpPr>
          <p:nvPr>
            <p:ph type="title" idx="5" hasCustomPrompt="1"/>
            <p:custDataLst>
              <p:tags r:id="rId4"/>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r>
              <a:rPr dirty="0">
                <a:latin typeface="+mj-lt"/>
                <a:sym typeface="+mn-ea"/>
              </a:rPr>
              <a:t>Click to add title</a:t>
            </a:r>
            <a:endParaRPr dirty="0">
              <a:sym typeface="+mn-ea"/>
            </a:endParaRPr>
          </a:p>
        </p:txBody>
      </p:sp>
      <p:cxnSp>
        <p:nvCxnSpPr>
          <p:cNvPr id="10" name="直接连接符 9"/>
          <p:cNvCxnSpPr/>
          <p:nvPr>
            <p:custDataLst>
              <p:tags r:id="rId5"/>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6"/>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7"/>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矩形: 圆顶角 12"/>
          <p:cNvSpPr/>
          <p:nvPr>
            <p:custDataLst>
              <p:tags r:id="rId8"/>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4" name="日期占位符 3"/>
          <p:cNvSpPr>
            <a:spLocks noGrp="1"/>
          </p:cNvSpPr>
          <p:nvPr>
            <p:ph type="dt" sz="half" idx="10"/>
            <p:custDataLst>
              <p:tags r:id="rId9"/>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10"/>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11"/>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showMasterSp="0" userDrawn="1">
  <p:cSld name="Catalog Slide">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9" name="任意多边形: 形状 4"/>
          <p:cNvSpPr/>
          <p:nvPr>
            <p:custDataLst>
              <p:tags r:id="rId3"/>
            </p:custDataLst>
          </p:nvPr>
        </p:nvSpPr>
        <p:spPr>
          <a:xfrm flipH="1">
            <a:off x="10275568" y="0"/>
            <a:ext cx="1490346" cy="840741"/>
          </a:xfrm>
          <a:custGeom>
            <a:avLst/>
            <a:gdLst>
              <a:gd name="connsiteX0" fmla="*/ 1480712 w 1490346"/>
              <a:gd name="connsiteY0" fmla="*/ 0 h 840741"/>
              <a:gd name="connsiteX1" fmla="*/ 9634 w 1490346"/>
              <a:gd name="connsiteY1" fmla="*/ 0 h 840741"/>
              <a:gd name="connsiteX2" fmla="*/ 0 w 1490346"/>
              <a:gd name="connsiteY2" fmla="*/ 95568 h 840741"/>
              <a:gd name="connsiteX3" fmla="*/ 745173 w 1490346"/>
              <a:gd name="connsiteY3" fmla="*/ 840741 h 840741"/>
              <a:gd name="connsiteX4" fmla="*/ 1490346 w 1490346"/>
              <a:gd name="connsiteY4" fmla="*/ 95568 h 840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0346" h="840741">
                <a:moveTo>
                  <a:pt x="1480712" y="0"/>
                </a:moveTo>
                <a:lnTo>
                  <a:pt x="9634" y="0"/>
                </a:lnTo>
                <a:lnTo>
                  <a:pt x="0" y="95568"/>
                </a:lnTo>
                <a:cubicBezTo>
                  <a:pt x="0" y="507116"/>
                  <a:pt x="333625" y="840741"/>
                  <a:pt x="745173" y="840741"/>
                </a:cubicBezTo>
                <a:cubicBezTo>
                  <a:pt x="1156721" y="840741"/>
                  <a:pt x="1490346" y="507116"/>
                  <a:pt x="1490346" y="95568"/>
                </a:cubicBezTo>
                <a:close/>
              </a:path>
            </a:pathLst>
          </a:custGeom>
          <a:gradFill flip="none" rotWithShape="1">
            <a:gsLst>
              <a:gs pos="0">
                <a:schemeClr val="bg1">
                  <a:alpha val="10000"/>
                </a:schemeClr>
              </a:gs>
              <a:gs pos="89000">
                <a:schemeClr val="accent1">
                  <a:alpha val="25000"/>
                </a:schemeClr>
              </a:gs>
            </a:gsLst>
            <a:lin ang="13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cxnSp>
        <p:nvCxnSpPr>
          <p:cNvPr id="22" name="直接连接符 21"/>
          <p:cNvCxnSpPr/>
          <p:nvPr>
            <p:custDataLst>
              <p:tags r:id="rId4"/>
            </p:custDataLst>
          </p:nvPr>
        </p:nvCxnSpPr>
        <p:spPr>
          <a:xfrm>
            <a:off x="1144905" y="60134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custDataLst>
              <p:tags r:id="rId5"/>
            </p:custDataLst>
          </p:nvPr>
        </p:nvCxnSpPr>
        <p:spPr>
          <a:xfrm>
            <a:off x="1144905" y="65976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6"/>
            </p:custDataLst>
          </p:nvPr>
        </p:nvCxnSpPr>
        <p:spPr>
          <a:xfrm>
            <a:off x="1144905" y="71818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矩形: 圆顶角 12"/>
          <p:cNvSpPr/>
          <p:nvPr>
            <p:custDataLst>
              <p:tags r:id="rId7"/>
            </p:custDataLst>
          </p:nvPr>
        </p:nvSpPr>
        <p:spPr>
          <a:xfrm rot="16200000" flipH="1">
            <a:off x="1751330" y="2410460"/>
            <a:ext cx="1711325" cy="31845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8" name="矩形: 圆顶角 13"/>
          <p:cNvSpPr/>
          <p:nvPr>
            <p:custDataLst>
              <p:tags r:id="rId8"/>
            </p:custDataLst>
          </p:nvPr>
        </p:nvSpPr>
        <p:spPr>
          <a:xfrm rot="5400000" flipH="1">
            <a:off x="2086610" y="3187065"/>
            <a:ext cx="1711325" cy="3228975"/>
          </a:xfrm>
          <a:prstGeom prst="round2SameRect">
            <a:avLst>
              <a:gd name="adj1" fmla="val 50000"/>
              <a:gd name="adj2" fmla="val 0"/>
            </a:avLst>
          </a:prstGeom>
          <a:gradFill flip="none" rotWithShape="1">
            <a:gsLst>
              <a:gs pos="100000">
                <a:schemeClr val="accent6">
                  <a:lumMod val="20000"/>
                  <a:lumOff val="80000"/>
                  <a:alpha val="0"/>
                </a:schemeClr>
              </a:gs>
              <a:gs pos="0">
                <a:schemeClr val="bg1">
                  <a:alpha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 name="标题"/>
          <p:cNvSpPr txBox="1">
            <a:spLocks noGrp="1"/>
          </p:cNvSpPr>
          <p:nvPr>
            <p:ph type="title" idx="1" hasCustomPrompt="1"/>
            <p:custDataLst>
              <p:tags r:id="rId9"/>
            </p:custDataLst>
          </p:nvPr>
        </p:nvSpPr>
        <p:spPr>
          <a:xfrm>
            <a:off x="1739264" y="1067435"/>
            <a:ext cx="4524597" cy="907415"/>
          </a:xfrm>
          <a:prstGeom prst="rect">
            <a:avLst/>
          </a:prstGeom>
          <a:noFill/>
        </p:spPr>
        <p:txBody>
          <a:bodyPr wrap="square" lIns="0" tIns="0" rIns="0" bIns="0" rtlCol="0" anchor="ctr">
            <a:normAutofit/>
          </a:bodyPr>
          <a:lstStyle>
            <a:lvl1pPr marL="0" marR="0" algn="l" defTabSz="914400" rtl="0" eaLnBrk="1" fontAlgn="auto" latinLnBrk="0" hangingPunct="1">
              <a:lnSpc>
                <a:spcPct val="100000"/>
              </a:lnSpc>
              <a:buClrTx/>
              <a:buSzTx/>
              <a:buFontTx/>
              <a:buNone/>
              <a:defRPr kumimoji="0" lang="en-US" sz="5400" b="1" i="0" u="none" strike="noStrike" kern="1200" cap="none" spc="0" normalizeH="0" baseline="0" noProof="1" dirty="0">
                <a:solidFill>
                  <a:schemeClr val="accent2"/>
                </a:solidFill>
                <a:latin typeface="+mj-lt"/>
              </a:defRPr>
            </a:lvl1pPr>
          </a:lstStyle>
          <a:p>
            <a:pPr lvl="0"/>
            <a:r>
              <a:rPr dirty="0">
                <a:latin typeface="+mj-lt"/>
                <a:sym typeface="+mn-ea"/>
              </a:rPr>
              <a:t>Click to add title</a:t>
            </a:r>
            <a:endParaRPr dirty="0">
              <a:sym typeface="+mn-ea"/>
            </a:endParaRPr>
          </a:p>
        </p:txBody>
      </p:sp>
      <p:sp>
        <p:nvSpPr>
          <p:cNvPr id="3" name="日期占位符 2"/>
          <p:cNvSpPr>
            <a:spLocks noGrp="1"/>
          </p:cNvSpPr>
          <p:nvPr>
            <p:ph type="dt" sz="half" idx="10"/>
            <p:custDataLst>
              <p:tags r:id="rId10"/>
            </p:custDataLst>
          </p:nvPr>
        </p:nvSpPr>
        <p:spPr>
          <a:xfrm>
            <a:off x="838200" y="6356350"/>
            <a:ext cx="2743200" cy="365125"/>
          </a:xfrm>
        </p:spPr>
        <p:txBody>
          <a:bodyPr/>
          <a:lstStyle/>
          <a:p>
            <a:r>
              <a:rPr lang="en-US"/>
              <a:t>Date Area</a:t>
            </a:r>
            <a:endParaRPr lang="en-US"/>
          </a:p>
        </p:txBody>
      </p:sp>
      <p:sp>
        <p:nvSpPr>
          <p:cNvPr id="4" name="页脚占位符 3"/>
          <p:cNvSpPr>
            <a:spLocks noGrp="1"/>
          </p:cNvSpPr>
          <p:nvPr>
            <p:ph type="ftr" sz="quarter" idx="11"/>
            <p:custDataLst>
              <p:tags r:id="rId11"/>
            </p:custDataLst>
          </p:nvPr>
        </p:nvSpPr>
        <p:spPr>
          <a:xfrm>
            <a:off x="4038600" y="6356350"/>
            <a:ext cx="4114800" cy="365125"/>
          </a:xfrm>
        </p:spPr>
        <p:txBody>
          <a:bodyPr/>
          <a:lstStyle/>
          <a:p>
            <a:endParaRPr lang="en-US"/>
          </a:p>
        </p:txBody>
      </p:sp>
      <p:sp>
        <p:nvSpPr>
          <p:cNvPr id="5" name="灯片编号占位符 4"/>
          <p:cNvSpPr>
            <a:spLocks noGrp="1"/>
          </p:cNvSpPr>
          <p:nvPr>
            <p:ph type="sldNum" sz="quarter" idx="12"/>
            <p:custDataLst>
              <p:tags r:id="rId12"/>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82" name="椭圆 81"/>
          <p:cNvSpPr>
            <a:spLocks noChangeAspect="1"/>
          </p:cNvSpPr>
          <p:nvPr>
            <p:custDataLst>
              <p:tags r:id="rId3"/>
            </p:custDataLst>
          </p:nvPr>
        </p:nvSpPr>
        <p:spPr>
          <a:xfrm flipH="1">
            <a:off x="7226300" y="2954655"/>
            <a:ext cx="1763395" cy="1763395"/>
          </a:xfrm>
          <a:prstGeom prst="ellipse">
            <a:avLst/>
          </a:prstGeom>
          <a:gradFill flip="none" rotWithShape="1">
            <a:gsLst>
              <a:gs pos="0">
                <a:schemeClr val="bg1">
                  <a:alpha val="5000"/>
                </a:schemeClr>
              </a:gs>
              <a:gs pos="89000">
                <a:schemeClr val="accent1">
                  <a:lumMod val="40000"/>
                  <a:lumOff val="60000"/>
                  <a:alpha val="60000"/>
                </a:schemeClr>
              </a:gs>
            </a:gsLst>
            <a:lin ang="15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ym typeface="+mn-lt"/>
            </a:endParaRPr>
          </a:p>
        </p:txBody>
      </p:sp>
      <p:sp>
        <p:nvSpPr>
          <p:cNvPr id="15" name="矩形: 圆顶角 12"/>
          <p:cNvSpPr/>
          <p:nvPr>
            <p:custDataLst>
              <p:tags r:id="rId4"/>
            </p:custDataLst>
          </p:nvPr>
        </p:nvSpPr>
        <p:spPr>
          <a:xfrm flipH="1">
            <a:off x="2816225" y="1450340"/>
            <a:ext cx="1893570" cy="3524250"/>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4" name="矩形: 圆顶角 13"/>
          <p:cNvSpPr/>
          <p:nvPr>
            <p:custDataLst>
              <p:tags r:id="rId5"/>
            </p:custDataLst>
          </p:nvPr>
        </p:nvSpPr>
        <p:spPr>
          <a:xfrm rot="10800000" flipH="1">
            <a:off x="1900555" y="1906270"/>
            <a:ext cx="1893570" cy="3573145"/>
          </a:xfrm>
          <a:prstGeom prst="round2SameRect">
            <a:avLst>
              <a:gd name="adj1" fmla="val 50000"/>
              <a:gd name="adj2" fmla="val 0"/>
            </a:avLst>
          </a:prstGeom>
          <a:gradFill flip="none" rotWithShape="1">
            <a:gsLst>
              <a:gs pos="95000">
                <a:schemeClr val="accent6">
                  <a:lumMod val="20000"/>
                  <a:lumOff val="80000"/>
                  <a:alpha val="0"/>
                </a:schemeClr>
              </a:gs>
              <a:gs pos="0">
                <a:schemeClr val="bg1">
                  <a:alpha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3" name="任意多边形: 形状 9"/>
          <p:cNvSpPr/>
          <p:nvPr>
            <p:custDataLst>
              <p:tags r:id="rId6"/>
            </p:custDataLst>
          </p:nvPr>
        </p:nvSpPr>
        <p:spPr>
          <a:xfrm flipH="1">
            <a:off x="10156823" y="0"/>
            <a:ext cx="1490346" cy="840741"/>
          </a:xfrm>
          <a:custGeom>
            <a:avLst/>
            <a:gdLst>
              <a:gd name="connsiteX0" fmla="*/ 1480712 w 1490346"/>
              <a:gd name="connsiteY0" fmla="*/ 0 h 840741"/>
              <a:gd name="connsiteX1" fmla="*/ 9634 w 1490346"/>
              <a:gd name="connsiteY1" fmla="*/ 0 h 840741"/>
              <a:gd name="connsiteX2" fmla="*/ 0 w 1490346"/>
              <a:gd name="connsiteY2" fmla="*/ 95568 h 840741"/>
              <a:gd name="connsiteX3" fmla="*/ 745173 w 1490346"/>
              <a:gd name="connsiteY3" fmla="*/ 840741 h 840741"/>
              <a:gd name="connsiteX4" fmla="*/ 1490346 w 1490346"/>
              <a:gd name="connsiteY4" fmla="*/ 95568 h 840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0346" h="840741">
                <a:moveTo>
                  <a:pt x="1480712" y="0"/>
                </a:moveTo>
                <a:lnTo>
                  <a:pt x="9634" y="0"/>
                </a:lnTo>
                <a:lnTo>
                  <a:pt x="0" y="95568"/>
                </a:lnTo>
                <a:cubicBezTo>
                  <a:pt x="0" y="507116"/>
                  <a:pt x="333625" y="840741"/>
                  <a:pt x="745173" y="840741"/>
                </a:cubicBezTo>
                <a:cubicBezTo>
                  <a:pt x="1156721" y="840741"/>
                  <a:pt x="1490346" y="507116"/>
                  <a:pt x="1490346" y="95568"/>
                </a:cubicBezTo>
                <a:close/>
              </a:path>
            </a:pathLst>
          </a:custGeom>
          <a:gradFill flip="none" rotWithShape="1">
            <a:gsLst>
              <a:gs pos="0">
                <a:schemeClr val="bg1">
                  <a:alpha val="10000"/>
                </a:schemeClr>
              </a:gs>
              <a:gs pos="89000">
                <a:schemeClr val="accent1">
                  <a:alpha val="25000"/>
                </a:schemeClr>
              </a:gs>
            </a:gsLst>
            <a:lin ang="13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cxnSp>
        <p:nvCxnSpPr>
          <p:cNvPr id="22" name="直接连接符 21"/>
          <p:cNvCxnSpPr/>
          <p:nvPr>
            <p:custDataLst>
              <p:tags r:id="rId7"/>
            </p:custDataLst>
          </p:nvPr>
        </p:nvCxnSpPr>
        <p:spPr>
          <a:xfrm>
            <a:off x="1144905" y="60134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custDataLst>
              <p:tags r:id="rId8"/>
            </p:custDataLst>
          </p:nvPr>
        </p:nvCxnSpPr>
        <p:spPr>
          <a:xfrm>
            <a:off x="1144905" y="65976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1144905" y="71818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椭圆 10"/>
          <p:cNvSpPr>
            <a:spLocks noChangeAspect="1"/>
          </p:cNvSpPr>
          <p:nvPr>
            <p:custDataLst>
              <p:tags r:id="rId10"/>
            </p:custDataLst>
          </p:nvPr>
        </p:nvSpPr>
        <p:spPr>
          <a:xfrm>
            <a:off x="10348595" y="6252210"/>
            <a:ext cx="107950" cy="107950"/>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p:cNvSpPr>
            <a:spLocks noChangeAspect="1"/>
          </p:cNvSpPr>
          <p:nvPr>
            <p:custDataLst>
              <p:tags r:id="rId11"/>
            </p:custDataLst>
          </p:nvPr>
        </p:nvSpPr>
        <p:spPr>
          <a:xfrm>
            <a:off x="10596245" y="6252210"/>
            <a:ext cx="107950" cy="10795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椭圆 8"/>
          <p:cNvSpPr>
            <a:spLocks noChangeAspect="1"/>
          </p:cNvSpPr>
          <p:nvPr>
            <p:custDataLst>
              <p:tags r:id="rId12"/>
            </p:custDataLst>
          </p:nvPr>
        </p:nvSpPr>
        <p:spPr>
          <a:xfrm>
            <a:off x="10100945" y="6252210"/>
            <a:ext cx="107950" cy="10795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7" name="图片 56" descr="箭头 右"/>
          <p:cNvPicPr>
            <a:picLocks noChangeAspect="1"/>
          </p:cNvPicPr>
          <p:nvPr>
            <p:custDataLst>
              <p:tags r:id="rId13"/>
            </p:custDataLst>
          </p:nvPr>
        </p:nvPicPr>
        <p:blipFill>
          <a:blip/>
          <a:stretch>
            <a:fillRect/>
          </a:stretch>
        </p:blipFill>
        <p:spPr>
          <a:xfrm>
            <a:off x="1412875" y="6229350"/>
            <a:ext cx="153670" cy="153670"/>
          </a:xfrm>
          <a:prstGeom prst="rect">
            <a:avLst/>
          </a:prstGeom>
        </p:spPr>
      </p:pic>
      <p:pic>
        <p:nvPicPr>
          <p:cNvPr id="58" name="图片 57" descr="箭头 右"/>
          <p:cNvPicPr>
            <a:picLocks noChangeAspect="1"/>
          </p:cNvPicPr>
          <p:nvPr>
            <p:custDataLst>
              <p:tags r:id="rId14"/>
            </p:custDataLst>
          </p:nvPr>
        </p:nvPicPr>
        <p:blipFill>
          <a:blip/>
          <a:stretch>
            <a:fillRect/>
          </a:stretch>
        </p:blipFill>
        <p:spPr>
          <a:xfrm flipH="1">
            <a:off x="1144905" y="6229350"/>
            <a:ext cx="153670" cy="153670"/>
          </a:xfrm>
          <a:prstGeom prst="rect">
            <a:avLst/>
          </a:prstGeom>
        </p:spPr>
      </p:pic>
      <p:sp>
        <p:nvSpPr>
          <p:cNvPr id="8" name="标题"/>
          <p:cNvSpPr txBox="1">
            <a:spLocks noGrp="1"/>
          </p:cNvSpPr>
          <p:nvPr>
            <p:ph type="title" idx="2" hasCustomPrompt="1"/>
            <p:custDataLst>
              <p:tags r:id="rId15"/>
            </p:custDataLst>
          </p:nvPr>
        </p:nvSpPr>
        <p:spPr>
          <a:xfrm>
            <a:off x="4709795" y="2879090"/>
            <a:ext cx="6257925" cy="3349625"/>
          </a:xfrm>
          <a:prstGeom prst="rect">
            <a:avLst/>
          </a:prstGeom>
          <a:noFill/>
        </p:spPr>
        <p:txBody>
          <a:bodyPr wrap="square" lIns="0" tIns="0" rIns="0" bIns="0" rtlCol="0" anchor="t">
            <a:normAutofit/>
          </a:bodyPr>
          <a:lstStyle>
            <a:lvl1pPr marL="0" marR="0" algn="r" defTabSz="914400" rtl="0" eaLnBrk="1" fontAlgn="auto" latinLnBrk="0" hangingPunct="1">
              <a:lnSpc>
                <a:spcPct val="100000"/>
              </a:lnSpc>
              <a:buClrTx/>
              <a:buSzTx/>
              <a:buFontTx/>
              <a:buNone/>
              <a:defRPr kumimoji="0" lang="en-US" sz="6000" b="1" i="0" u="none" strike="noStrike" kern="1200" cap="none" spc="0" normalizeH="0" baseline="0" noProof="1" dirty="0">
                <a:gradFill>
                  <a:gsLst>
                    <a:gs pos="20000">
                      <a:schemeClr val="accent2"/>
                    </a:gs>
                    <a:gs pos="100000">
                      <a:schemeClr val="accent1">
                        <a:lumMod val="60000"/>
                        <a:lumOff val="40000"/>
                      </a:schemeClr>
                    </a:gs>
                  </a:gsLst>
                  <a:lin ang="4800000" scaled="0"/>
                </a:gradFill>
                <a:latin typeface="+mj-lt"/>
              </a:defRPr>
            </a:lvl1pPr>
          </a:lstStyle>
          <a:p>
            <a:pPr lvl="0" algn="r"/>
            <a:r>
              <a:rPr lang="en-US" dirty="0">
                <a:latin typeface="+mj-lt"/>
                <a:sym typeface="+mn-ea"/>
              </a:rPr>
              <a:t>Click to add title</a:t>
            </a:r>
            <a:endParaRPr dirty="0">
              <a:sym typeface="+mn-ea"/>
            </a:endParaRPr>
          </a:p>
        </p:txBody>
      </p:sp>
      <p:sp>
        <p:nvSpPr>
          <p:cNvPr id="7" name="节编号"/>
          <p:cNvSpPr txBox="1">
            <a:spLocks noGrp="1"/>
          </p:cNvSpPr>
          <p:nvPr>
            <p:ph type="body" idx="1" hasCustomPrompt="1"/>
            <p:custDataLst>
              <p:tags r:id="rId16"/>
            </p:custDataLst>
          </p:nvPr>
        </p:nvSpPr>
        <p:spPr>
          <a:xfrm>
            <a:off x="6238875" y="1652270"/>
            <a:ext cx="4728845" cy="1151890"/>
          </a:xfrm>
          <a:prstGeom prst="rect">
            <a:avLst/>
          </a:prstGeom>
          <a:noFill/>
        </p:spPr>
        <p:txBody>
          <a:bodyPr wrap="none" lIns="0" tIns="0" rIns="0" bIns="0" rtlCol="0" anchor="b" anchorCtr="0">
            <a:normAutofit/>
          </a:bodyPr>
          <a:lstStyle>
            <a:lvl1pPr marL="0" marR="0" algn="r" defTabSz="914400" rtl="0" eaLnBrk="1" fontAlgn="auto" latinLnBrk="0" hangingPunct="1">
              <a:lnSpc>
                <a:spcPct val="120000"/>
              </a:lnSpc>
              <a:buClrTx/>
              <a:buSzTx/>
              <a:buFontTx/>
              <a:buNone/>
              <a:defRPr kumimoji="0" lang="en-US" sz="4400" b="0" i="0" u="none" strike="noStrike" kern="1200" cap="none" spc="0" normalizeH="0" baseline="0" noProof="1" dirty="0">
                <a:gradFill>
                  <a:gsLst>
                    <a:gs pos="7000">
                      <a:schemeClr val="accent1">
                        <a:lumMod val="60000"/>
                        <a:lumOff val="40000"/>
                      </a:schemeClr>
                    </a:gs>
                    <a:gs pos="100000">
                      <a:schemeClr val="accent2">
                        <a:lumMod val="60000"/>
                        <a:lumOff val="40000"/>
                      </a:schemeClr>
                    </a:gs>
                  </a:gsLst>
                  <a:lin ang="7800000" scaled="0"/>
                </a:gradFill>
                <a:latin typeface="+mn-lt"/>
              </a:defRPr>
            </a:lvl1pPr>
          </a:lstStyle>
          <a:p>
            <a:pPr lvl="0" algn="r">
              <a:lnSpc>
                <a:spcPct val="120000"/>
              </a:lnSpc>
            </a:pPr>
            <a:r>
              <a:rPr dirty="0">
                <a:latin typeface="+mn-lt"/>
                <a:sym typeface="+mn-ea"/>
              </a:rPr>
              <a:t>Click to add text</a:t>
            </a:r>
            <a:endParaRPr dirty="0">
              <a:sym typeface="+mn-ea"/>
            </a:endParaRPr>
          </a:p>
        </p:txBody>
      </p:sp>
      <p:sp>
        <p:nvSpPr>
          <p:cNvPr id="4" name="日期占位符 3"/>
          <p:cNvSpPr>
            <a:spLocks noGrp="1"/>
          </p:cNvSpPr>
          <p:nvPr>
            <p:ph type="dt" sz="half" idx="10"/>
            <p:custDataLst>
              <p:tags r:id="rId17"/>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18"/>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19"/>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1" name="正文"/>
          <p:cNvSpPr txBox="1">
            <a:spLocks noGrp="1"/>
          </p:cNvSpPr>
          <p:nvPr>
            <p:ph idx="7" hasCustomPrompt="1"/>
            <p:custDataLst>
              <p:tags r:id="rId3"/>
            </p:custDataLst>
          </p:nvPr>
        </p:nvSpPr>
        <p:spPr>
          <a:xfrm>
            <a:off x="6400805" y="1490357"/>
            <a:ext cx="5176800" cy="4759236"/>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latin typeface="+mn-lt"/>
                <a:sym typeface="+mn-ea"/>
              </a:rPr>
              <a:t>Click to add text</a:t>
            </a:r>
            <a:endParaRPr dirty="0">
              <a:sym typeface="+mn-ea"/>
            </a:endParaRPr>
          </a:p>
        </p:txBody>
      </p:sp>
      <p:sp>
        <p:nvSpPr>
          <p:cNvPr id="9" name="正文"/>
          <p:cNvSpPr txBox="1">
            <a:spLocks noGrp="1"/>
          </p:cNvSpPr>
          <p:nvPr>
            <p:ph idx="6" hasCustomPrompt="1"/>
            <p:custDataLst>
              <p:tags r:id="rId4"/>
            </p:custDataLst>
          </p:nvPr>
        </p:nvSpPr>
        <p:spPr>
          <a:xfrm>
            <a:off x="608400" y="1490357"/>
            <a:ext cx="5176800" cy="4759236"/>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latin typeface="+mn-lt"/>
                <a:sym typeface="+mn-ea"/>
              </a:rPr>
              <a:t>Click to add text</a:t>
            </a:r>
            <a:endParaRPr dirty="0">
              <a:sym typeface="+mn-ea"/>
            </a:endParaRPr>
          </a:p>
        </p:txBody>
      </p:sp>
      <p:sp>
        <p:nvSpPr>
          <p:cNvPr id="8" name="标题"/>
          <p:cNvSpPr txBox="1">
            <a:spLocks noGrp="1"/>
          </p:cNvSpPr>
          <p:nvPr>
            <p:ph type="title" idx="5" hasCustomPrompt="1"/>
            <p:custDataLst>
              <p:tags r:id="rId5"/>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r>
              <a:rPr dirty="0">
                <a:latin typeface="+mj-lt"/>
                <a:sym typeface="+mn-ea"/>
              </a:rPr>
              <a:t>Click to add title</a:t>
            </a:r>
            <a:endParaRPr dirty="0">
              <a:sym typeface="+mn-ea"/>
            </a:endParaRPr>
          </a:p>
        </p:txBody>
      </p:sp>
      <p:sp>
        <p:nvSpPr>
          <p:cNvPr id="10" name="矩形: 圆顶角 12"/>
          <p:cNvSpPr/>
          <p:nvPr>
            <p:custDataLst>
              <p:tags r:id="rId6"/>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cxnSp>
        <p:nvCxnSpPr>
          <p:cNvPr id="15" name="直接连接符 14"/>
          <p:cNvCxnSpPr/>
          <p:nvPr>
            <p:custDataLst>
              <p:tags r:id="rId7"/>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8"/>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9"/>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日期占位符 4"/>
          <p:cNvSpPr>
            <a:spLocks noGrp="1"/>
          </p:cNvSpPr>
          <p:nvPr>
            <p:ph type="dt" sz="half" idx="10"/>
            <p:custDataLst>
              <p:tags r:id="rId10"/>
            </p:custDataLst>
          </p:nvPr>
        </p:nvSpPr>
        <p:spPr>
          <a:xfrm>
            <a:off x="838200" y="6356350"/>
            <a:ext cx="2743200" cy="365125"/>
          </a:xfrm>
        </p:spPr>
        <p:txBody>
          <a:bodyPr/>
          <a:lstStyle/>
          <a:p>
            <a:r>
              <a:rPr lang="en-US"/>
              <a:t>Date Area</a:t>
            </a:r>
            <a:endParaRPr lang="en-US"/>
          </a:p>
        </p:txBody>
      </p:sp>
      <p:sp>
        <p:nvSpPr>
          <p:cNvPr id="6" name="页脚占位符 5"/>
          <p:cNvSpPr>
            <a:spLocks noGrp="1"/>
          </p:cNvSpPr>
          <p:nvPr>
            <p:ph type="ftr" sz="quarter" idx="11"/>
            <p:custDataLst>
              <p:tags r:id="rId11"/>
            </p:custDataLst>
          </p:nvPr>
        </p:nvSpPr>
        <p:spPr>
          <a:xfrm>
            <a:off x="4038600" y="6356350"/>
            <a:ext cx="4114800" cy="365125"/>
          </a:xfrm>
        </p:spPr>
        <p:txBody>
          <a:bodyPr/>
          <a:lstStyle/>
          <a:p>
            <a:endParaRPr lang="en-US"/>
          </a:p>
        </p:txBody>
      </p:sp>
      <p:sp>
        <p:nvSpPr>
          <p:cNvPr id="7" name="灯片编号占位符 6"/>
          <p:cNvSpPr>
            <a:spLocks noGrp="1"/>
          </p:cNvSpPr>
          <p:nvPr>
            <p:ph type="sldNum" sz="quarter" idx="12"/>
            <p:custDataLst>
              <p:tags r:id="rId12"/>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8" name="正文"/>
          <p:cNvSpPr txBox="1">
            <a:spLocks noGrp="1"/>
          </p:cNvSpPr>
          <p:nvPr>
            <p:ph idx="9" hasCustomPrompt="1"/>
            <p:custDataLst>
              <p:tags r:id="rId3"/>
            </p:custDataLst>
          </p:nvPr>
        </p:nvSpPr>
        <p:spPr>
          <a:xfrm>
            <a:off x="6235200" y="1854000"/>
            <a:ext cx="5342400"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latin typeface="+mn-lt"/>
                <a:sym typeface="+mn-ea"/>
              </a:rPr>
              <a:t>Click to add text</a:t>
            </a:r>
            <a:endParaRPr dirty="0">
              <a:sym typeface="+mn-ea"/>
            </a:endParaRPr>
          </a:p>
        </p:txBody>
      </p:sp>
      <p:sp>
        <p:nvSpPr>
          <p:cNvPr id="14" name="标题"/>
          <p:cNvSpPr txBox="1">
            <a:spLocks noGrp="1"/>
          </p:cNvSpPr>
          <p:nvPr>
            <p:ph type="title" idx="8" hasCustomPrompt="1"/>
            <p:custDataLst>
              <p:tags r:id="rId4"/>
            </p:custDataLst>
          </p:nvPr>
        </p:nvSpPr>
        <p:spPr>
          <a:xfrm>
            <a:off x="6235200" y="1429200"/>
            <a:ext cx="5342400" cy="40011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2000" b="1" i="0" u="none" strike="noStrike" kern="1200" cap="none" spc="0" normalizeH="0" baseline="0" noProof="1" dirty="0">
                <a:solidFill>
                  <a:schemeClr val="tx1">
                    <a:lumMod val="85000"/>
                    <a:lumOff val="15000"/>
                  </a:schemeClr>
                </a:solidFill>
                <a:latin typeface="+mj-lt"/>
              </a:defRPr>
            </a:lvl1pPr>
          </a:lstStyle>
          <a:p>
            <a:pPr lvl="0"/>
            <a:r>
              <a:rPr dirty="0">
                <a:latin typeface="+mj-lt"/>
                <a:sym typeface="+mn-ea"/>
              </a:rPr>
              <a:t>Click to add title</a:t>
            </a:r>
            <a:endParaRPr dirty="0">
              <a:sym typeface="+mn-ea"/>
            </a:endParaRPr>
          </a:p>
        </p:txBody>
      </p:sp>
      <p:sp>
        <p:nvSpPr>
          <p:cNvPr id="13" name="正文"/>
          <p:cNvSpPr txBox="1">
            <a:spLocks noGrp="1"/>
          </p:cNvSpPr>
          <p:nvPr>
            <p:ph idx="7" hasCustomPrompt="1"/>
            <p:custDataLst>
              <p:tags r:id="rId5"/>
            </p:custDataLst>
          </p:nvPr>
        </p:nvSpPr>
        <p:spPr>
          <a:xfrm>
            <a:off x="608400" y="1854000"/>
            <a:ext cx="5342400"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latin typeface="+mn-lt"/>
                <a:sym typeface="+mn-ea"/>
              </a:rPr>
              <a:t>Click to add text</a:t>
            </a:r>
            <a:endParaRPr dirty="0">
              <a:sym typeface="+mn-ea"/>
            </a:endParaRPr>
          </a:p>
        </p:txBody>
      </p:sp>
      <p:sp>
        <p:nvSpPr>
          <p:cNvPr id="12" name="标题"/>
          <p:cNvSpPr txBox="1">
            <a:spLocks noGrp="1"/>
          </p:cNvSpPr>
          <p:nvPr>
            <p:ph type="title" idx="6" hasCustomPrompt="1"/>
            <p:custDataLst>
              <p:tags r:id="rId6"/>
            </p:custDataLst>
          </p:nvPr>
        </p:nvSpPr>
        <p:spPr>
          <a:xfrm>
            <a:off x="608400" y="1429200"/>
            <a:ext cx="5342400" cy="40011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2000" b="1" i="0" u="none" strike="noStrike" kern="1200" cap="none" spc="0" normalizeH="0" baseline="0" noProof="1" dirty="0">
                <a:solidFill>
                  <a:schemeClr val="tx1">
                    <a:lumMod val="85000"/>
                    <a:lumOff val="15000"/>
                  </a:schemeClr>
                </a:solidFill>
                <a:latin typeface="+mj-lt"/>
              </a:defRPr>
            </a:lvl1pPr>
          </a:lstStyle>
          <a:p>
            <a:pPr lvl="0"/>
            <a:r>
              <a:rPr dirty="0">
                <a:latin typeface="+mj-lt"/>
                <a:sym typeface="+mn-ea"/>
              </a:rPr>
              <a:t>Click to add title</a:t>
            </a:r>
            <a:endParaRPr dirty="0">
              <a:sym typeface="+mn-ea"/>
            </a:endParaRPr>
          </a:p>
        </p:txBody>
      </p:sp>
      <p:sp>
        <p:nvSpPr>
          <p:cNvPr id="11" name="标题"/>
          <p:cNvSpPr txBox="1">
            <a:spLocks noGrp="1"/>
          </p:cNvSpPr>
          <p:nvPr>
            <p:ph type="title" idx="5" hasCustomPrompt="1"/>
            <p:custDataLst>
              <p:tags r:id="rId7"/>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r>
              <a:rPr dirty="0">
                <a:latin typeface="+mj-lt"/>
                <a:sym typeface="+mn-ea"/>
              </a:rPr>
              <a:t>Click to add title</a:t>
            </a:r>
            <a:endParaRPr dirty="0">
              <a:sym typeface="+mn-ea"/>
            </a:endParaRPr>
          </a:p>
        </p:txBody>
      </p:sp>
      <p:sp>
        <p:nvSpPr>
          <p:cNvPr id="10" name="矩形: 圆顶角 12"/>
          <p:cNvSpPr/>
          <p:nvPr>
            <p:custDataLst>
              <p:tags r:id="rId8"/>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cxnSp>
        <p:nvCxnSpPr>
          <p:cNvPr id="15" name="直接连接符 14"/>
          <p:cNvCxnSpPr/>
          <p:nvPr>
            <p:custDataLst>
              <p:tags r:id="rId9"/>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10"/>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11"/>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日期占位符 6"/>
          <p:cNvSpPr>
            <a:spLocks noGrp="1"/>
          </p:cNvSpPr>
          <p:nvPr>
            <p:ph type="dt" sz="half" idx="10"/>
            <p:custDataLst>
              <p:tags r:id="rId12"/>
            </p:custDataLst>
          </p:nvPr>
        </p:nvSpPr>
        <p:spPr>
          <a:xfrm>
            <a:off x="838200" y="6356350"/>
            <a:ext cx="2743200" cy="365125"/>
          </a:xfrm>
        </p:spPr>
        <p:txBody>
          <a:bodyPr/>
          <a:lstStyle/>
          <a:p>
            <a:r>
              <a:rPr lang="en-US"/>
              <a:t>Date Area</a:t>
            </a:r>
            <a:endParaRPr lang="en-US"/>
          </a:p>
        </p:txBody>
      </p:sp>
      <p:sp>
        <p:nvSpPr>
          <p:cNvPr id="8" name="页脚占位符 7"/>
          <p:cNvSpPr>
            <a:spLocks noGrp="1"/>
          </p:cNvSpPr>
          <p:nvPr>
            <p:ph type="ftr" sz="quarter" idx="11"/>
            <p:custDataLst>
              <p:tags r:id="rId13"/>
            </p:custDataLst>
          </p:nvPr>
        </p:nvSpPr>
        <p:spPr>
          <a:xfrm>
            <a:off x="4038600" y="6356350"/>
            <a:ext cx="4114800" cy="365125"/>
          </a:xfrm>
        </p:spPr>
        <p:txBody>
          <a:bodyPr/>
          <a:lstStyle/>
          <a:p>
            <a:endParaRPr lang="en-US"/>
          </a:p>
        </p:txBody>
      </p:sp>
      <p:sp>
        <p:nvSpPr>
          <p:cNvPr id="9" name="灯片编号占位符 8"/>
          <p:cNvSpPr>
            <a:spLocks noGrp="1"/>
          </p:cNvSpPr>
          <p:nvPr>
            <p:ph type="sldNum" sz="quarter" idx="12"/>
            <p:custDataLst>
              <p:tags r:id="rId14"/>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showMasterSp="0">
  <p:cSld name="Title Only">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标题"/>
          <p:cNvSpPr txBox="1">
            <a:spLocks noGrp="1"/>
          </p:cNvSpPr>
          <p:nvPr>
            <p:ph type="title" idx="5" hasCustomPrompt="1"/>
            <p:custDataLst>
              <p:tags r:id="rId3"/>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r>
              <a:rPr dirty="0">
                <a:latin typeface="+mj-lt"/>
                <a:sym typeface="+mn-ea"/>
              </a:rPr>
              <a:t>Click to add title</a:t>
            </a:r>
            <a:endParaRPr dirty="0">
              <a:sym typeface="+mn-ea"/>
            </a:endParaRPr>
          </a:p>
        </p:txBody>
      </p:sp>
      <p:sp>
        <p:nvSpPr>
          <p:cNvPr id="6" name="矩形: 圆顶角 12"/>
          <p:cNvSpPr/>
          <p:nvPr>
            <p:custDataLst>
              <p:tags r:id="rId4"/>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cxnSp>
        <p:nvCxnSpPr>
          <p:cNvPr id="15" name="直接连接符 14"/>
          <p:cNvCxnSpPr/>
          <p:nvPr>
            <p:custDataLst>
              <p:tags r:id="rId5"/>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6"/>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7"/>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日期占位符 2"/>
          <p:cNvSpPr>
            <a:spLocks noGrp="1"/>
          </p:cNvSpPr>
          <p:nvPr>
            <p:ph type="dt" sz="half" idx="10"/>
            <p:custDataLst>
              <p:tags r:id="rId8"/>
            </p:custDataLst>
          </p:nvPr>
        </p:nvSpPr>
        <p:spPr>
          <a:xfrm>
            <a:off x="838200" y="6356350"/>
            <a:ext cx="2743200" cy="365125"/>
          </a:xfrm>
        </p:spPr>
        <p:txBody>
          <a:bodyPr/>
          <a:lstStyle/>
          <a:p>
            <a:r>
              <a:rPr lang="en-US"/>
              <a:t>Date Area</a:t>
            </a:r>
            <a:endParaRPr lang="en-US"/>
          </a:p>
        </p:txBody>
      </p:sp>
      <p:sp>
        <p:nvSpPr>
          <p:cNvPr id="4" name="页脚占位符 3"/>
          <p:cNvSpPr>
            <a:spLocks noGrp="1"/>
          </p:cNvSpPr>
          <p:nvPr>
            <p:ph type="ftr" sz="quarter" idx="11"/>
            <p:custDataLst>
              <p:tags r:id="rId9"/>
            </p:custDataLst>
          </p:nvPr>
        </p:nvSpPr>
        <p:spPr>
          <a:xfrm>
            <a:off x="4038600" y="6356350"/>
            <a:ext cx="4114800" cy="365125"/>
          </a:xfrm>
        </p:spPr>
        <p:txBody>
          <a:bodyPr/>
          <a:lstStyle/>
          <a:p>
            <a:endParaRPr lang="en-US"/>
          </a:p>
        </p:txBody>
      </p:sp>
      <p:sp>
        <p:nvSpPr>
          <p:cNvPr id="5" name="灯片编号占位符 4"/>
          <p:cNvSpPr>
            <a:spLocks noGrp="1"/>
          </p:cNvSpPr>
          <p:nvPr>
            <p:ph type="sldNum" sz="quarter" idx="12"/>
            <p:custDataLst>
              <p:tags r:id="rId10"/>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5" name="矩形 4"/>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日期占位符 1"/>
          <p:cNvSpPr>
            <a:spLocks noGrp="1"/>
          </p:cNvSpPr>
          <p:nvPr>
            <p:ph type="dt" sz="half" idx="10"/>
            <p:custDataLst>
              <p:tags r:id="rId3"/>
            </p:custDataLst>
          </p:nvPr>
        </p:nvSpPr>
        <p:spPr/>
        <p:txBody>
          <a:bodyPr/>
          <a:lstStyle/>
          <a:p>
            <a:r>
              <a:rPr lang="en-US"/>
              <a:t>Date Area</a:t>
            </a:r>
            <a:endParaRPr lang="en-US"/>
          </a:p>
        </p:txBody>
      </p:sp>
      <p:sp>
        <p:nvSpPr>
          <p:cNvPr id="3" name="页脚占位符 2"/>
          <p:cNvSpPr>
            <a:spLocks noGrp="1"/>
          </p:cNvSpPr>
          <p:nvPr>
            <p:ph type="ftr" sz="quarter" idx="11"/>
            <p:custDataLst>
              <p:tags r:id="rId4"/>
            </p:custDataLst>
          </p:nvPr>
        </p:nvSpPr>
        <p:spPr/>
        <p:txBody>
          <a:bodyPr/>
          <a:lstStyle/>
          <a:p>
            <a:endParaRPr lang="en-US"/>
          </a:p>
        </p:txBody>
      </p:sp>
      <p:sp>
        <p:nvSpPr>
          <p:cNvPr id="4" name="灯片编号占位符 3"/>
          <p:cNvSpPr>
            <a:spLocks noGrp="1"/>
          </p:cNvSpPr>
          <p:nvPr>
            <p:ph type="sldNum" sz="quarter" idx="12"/>
            <p:custDataLst>
              <p:tags r:id="rId5"/>
            </p:custDataLst>
          </p:nvPr>
        </p:nvSpPr>
        <p:spPr/>
        <p:txBody>
          <a:bodyPr/>
          <a:lstStyle/>
          <a:p>
            <a:fld id="{565CE74E-AB26-4998-AD42-012C4C1AD076}" type="slidenum">
              <a:rPr lang="en-US" smtClean="0"/>
            </a:fld>
            <a:endParaRPr 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showMasterSp="0">
  <p:cSld name="Content Only">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正文"/>
          <p:cNvSpPr txBox="1">
            <a:spLocks noGrp="1"/>
          </p:cNvSpPr>
          <p:nvPr>
            <p:ph idx="1" hasCustomPrompt="1"/>
            <p:custDataLst>
              <p:tags r:id="rId3"/>
            </p:custDataLst>
          </p:nvPr>
        </p:nvSpPr>
        <p:spPr>
          <a:xfrm>
            <a:off x="695960" y="360045"/>
            <a:ext cx="10801985" cy="581787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latin typeface="+mn-lt"/>
                <a:sym typeface="+mn-ea"/>
              </a:rPr>
              <a:t>Click to add text</a:t>
            </a:r>
            <a:endParaRPr dirty="0">
              <a:sym typeface="+mn-ea"/>
            </a:endParaRPr>
          </a:p>
        </p:txBody>
      </p:sp>
      <p:sp>
        <p:nvSpPr>
          <p:cNvPr id="4" name="日期占位符 3"/>
          <p:cNvSpPr>
            <a:spLocks noGrp="1"/>
          </p:cNvSpPr>
          <p:nvPr>
            <p:ph type="dt" sz="half" idx="10"/>
            <p:custDataLst>
              <p:tags r:id="rId4"/>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5"/>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6"/>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showMasterSp="0">
  <p:cSld name="Title and Subtitle">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1" name="标题"/>
          <p:cNvSpPr txBox="1">
            <a:spLocks noGrp="1"/>
          </p:cNvSpPr>
          <p:nvPr>
            <p:ph type="title" idx="6" hasCustomPrompt="1"/>
            <p:custDataLst>
              <p:tags r:id="rId3"/>
            </p:custDataLst>
          </p:nvPr>
        </p:nvSpPr>
        <p:spPr>
          <a:xfrm>
            <a:off x="608400" y="608400"/>
            <a:ext cx="10969200" cy="70560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3200" b="1" i="0" u="none" strike="noStrike" kern="1200" cap="none" spc="0" normalizeH="0" baseline="0" noProof="1" dirty="0">
                <a:ln>
                  <a:noFill/>
                  <a:prstDash val="sysDot"/>
                </a:ln>
                <a:solidFill>
                  <a:schemeClr val="accent2"/>
                </a:solidFill>
                <a:uFillTx/>
                <a:latin typeface="+mj-lt"/>
              </a:defRPr>
            </a:lvl1pPr>
          </a:lstStyle>
          <a:p>
            <a:pPr lvl="0"/>
            <a:r>
              <a:rPr dirty="0">
                <a:latin typeface="+mj-lt"/>
                <a:sym typeface="+mn-ea"/>
              </a:rPr>
              <a:t>Click to add title</a:t>
            </a:r>
            <a:endParaRPr dirty="0">
              <a:sym typeface="+mn-ea"/>
            </a:endParaRPr>
          </a:p>
        </p:txBody>
      </p:sp>
      <p:sp>
        <p:nvSpPr>
          <p:cNvPr id="10" name="矩形: 圆顶角 12"/>
          <p:cNvSpPr/>
          <p:nvPr>
            <p:custDataLst>
              <p:tags r:id="rId4"/>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cxnSp>
        <p:nvCxnSpPr>
          <p:cNvPr id="7" name="直接连接符 6"/>
          <p:cNvCxnSpPr/>
          <p:nvPr>
            <p:custDataLst>
              <p:tags r:id="rId5"/>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6"/>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7"/>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副标题"/>
          <p:cNvSpPr txBox="1">
            <a:spLocks noGrp="1"/>
          </p:cNvSpPr>
          <p:nvPr>
            <p:ph type="body" idx="1" hasCustomPrompt="1"/>
            <p:custDataLst>
              <p:tags r:id="rId8"/>
            </p:custDataLst>
          </p:nvPr>
        </p:nvSpPr>
        <p:spPr>
          <a:xfrm>
            <a:off x="695960" y="1301750"/>
            <a:ext cx="10799088" cy="405553"/>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2000" b="1" i="0" u="none" strike="noStrike" kern="1200" cap="none" spc="0" normalizeH="0" baseline="0" noProof="1" dirty="0">
                <a:solidFill>
                  <a:schemeClr val="tx1">
                    <a:lumMod val="75000"/>
                    <a:lumOff val="25000"/>
                  </a:schemeClr>
                </a:solidFill>
                <a:uFillTx/>
                <a:latin typeface="+mj-lt"/>
              </a:defRPr>
            </a:lvl1pPr>
          </a:lstStyle>
          <a:p>
            <a:pPr lvl="0" algn="l"/>
            <a:r>
              <a:rPr dirty="0">
                <a:latin typeface="+mj-lt"/>
                <a:sym typeface="+mn-ea"/>
              </a:rPr>
              <a:t>Click to add text</a:t>
            </a:r>
            <a:endParaRPr dirty="0">
              <a:sym typeface="+mn-ea"/>
            </a:endParaRPr>
          </a:p>
        </p:txBody>
      </p:sp>
      <p:sp>
        <p:nvSpPr>
          <p:cNvPr id="3" name="日期占位符 2"/>
          <p:cNvSpPr>
            <a:spLocks noGrp="1"/>
          </p:cNvSpPr>
          <p:nvPr>
            <p:ph type="dt" sz="half" idx="10"/>
            <p:custDataLst>
              <p:tags r:id="rId9"/>
            </p:custDataLst>
          </p:nvPr>
        </p:nvSpPr>
        <p:spPr>
          <a:xfrm>
            <a:off x="838200" y="6356350"/>
            <a:ext cx="2743200" cy="365125"/>
          </a:xfrm>
        </p:spPr>
        <p:txBody>
          <a:bodyPr/>
          <a:lstStyle/>
          <a:p>
            <a:r>
              <a:rPr lang="en-US"/>
              <a:t>Date Area</a:t>
            </a:r>
            <a:endParaRPr lang="en-US"/>
          </a:p>
        </p:txBody>
      </p:sp>
      <p:sp>
        <p:nvSpPr>
          <p:cNvPr id="4" name="页脚占位符 3"/>
          <p:cNvSpPr>
            <a:spLocks noGrp="1"/>
          </p:cNvSpPr>
          <p:nvPr>
            <p:ph type="ftr" sz="quarter" idx="11"/>
            <p:custDataLst>
              <p:tags r:id="rId10"/>
            </p:custDataLst>
          </p:nvPr>
        </p:nvSpPr>
        <p:spPr>
          <a:xfrm>
            <a:off x="4038600" y="6356350"/>
            <a:ext cx="4114800" cy="365125"/>
          </a:xfrm>
        </p:spPr>
        <p:txBody>
          <a:bodyPr/>
          <a:lstStyle/>
          <a:p>
            <a:endParaRPr lang="en-US"/>
          </a:p>
        </p:txBody>
      </p:sp>
      <p:sp>
        <p:nvSpPr>
          <p:cNvPr id="5" name="灯片编号占位符 4"/>
          <p:cNvSpPr>
            <a:spLocks noGrp="1"/>
          </p:cNvSpPr>
          <p:nvPr>
            <p:ph type="sldNum" sz="quarter" idx="12"/>
            <p:custDataLst>
              <p:tags r:id="rId11"/>
            </p:custDataLst>
          </p:nvPr>
        </p:nvSpPr>
        <p:spPr>
          <a:xfrm>
            <a:off x="8610600" y="6356350"/>
            <a:ext cx="2743200" cy="365125"/>
          </a:xfrm>
        </p:spPr>
        <p:txBody>
          <a:bodyPr/>
          <a:lstStyle/>
          <a:p>
            <a:fld id="{565CE74E-AB26-4998-AD42-012C4C1AD076}" type="slidenum">
              <a:rPr lang="en-US" smtClean="0"/>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showMasterSp="0" userDrawn="1">
  <p:cSld name="End Slide">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82" name="椭圆 81"/>
          <p:cNvSpPr>
            <a:spLocks noChangeAspect="1"/>
          </p:cNvSpPr>
          <p:nvPr>
            <p:custDataLst>
              <p:tags r:id="rId3"/>
            </p:custDataLst>
          </p:nvPr>
        </p:nvSpPr>
        <p:spPr>
          <a:xfrm flipH="1">
            <a:off x="2155825" y="1458505"/>
            <a:ext cx="1763395" cy="1763395"/>
          </a:xfrm>
          <a:prstGeom prst="ellipse">
            <a:avLst/>
          </a:prstGeom>
          <a:gradFill flip="none" rotWithShape="1">
            <a:gsLst>
              <a:gs pos="0">
                <a:schemeClr val="bg1">
                  <a:alpha val="5000"/>
                </a:schemeClr>
              </a:gs>
              <a:gs pos="89000">
                <a:schemeClr val="accent1">
                  <a:lumMod val="40000"/>
                  <a:lumOff val="60000"/>
                  <a:alpha val="60000"/>
                </a:schemeClr>
              </a:gs>
            </a:gsLst>
            <a:lin ang="13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ym typeface="+mn-lt"/>
            </a:endParaRPr>
          </a:p>
        </p:txBody>
      </p:sp>
      <p:sp>
        <p:nvSpPr>
          <p:cNvPr id="10" name="任意多边形: 形状 6"/>
          <p:cNvSpPr/>
          <p:nvPr>
            <p:custDataLst>
              <p:tags r:id="rId4"/>
            </p:custDataLst>
          </p:nvPr>
        </p:nvSpPr>
        <p:spPr>
          <a:xfrm flipH="1">
            <a:off x="10275568" y="0"/>
            <a:ext cx="1490346" cy="807593"/>
          </a:xfrm>
          <a:custGeom>
            <a:avLst/>
            <a:gdLst>
              <a:gd name="connsiteX0" fmla="*/ 1484054 w 1490346"/>
              <a:gd name="connsiteY0" fmla="*/ 0 h 807593"/>
              <a:gd name="connsiteX1" fmla="*/ 6292 w 1490346"/>
              <a:gd name="connsiteY1" fmla="*/ 0 h 807593"/>
              <a:gd name="connsiteX2" fmla="*/ 0 w 1490346"/>
              <a:gd name="connsiteY2" fmla="*/ 62420 h 807593"/>
              <a:gd name="connsiteX3" fmla="*/ 745173 w 1490346"/>
              <a:gd name="connsiteY3" fmla="*/ 807593 h 807593"/>
              <a:gd name="connsiteX4" fmla="*/ 1490346 w 1490346"/>
              <a:gd name="connsiteY4" fmla="*/ 62420 h 8075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0346" h="807593">
                <a:moveTo>
                  <a:pt x="1484054" y="0"/>
                </a:moveTo>
                <a:lnTo>
                  <a:pt x="6292" y="0"/>
                </a:lnTo>
                <a:lnTo>
                  <a:pt x="0" y="62420"/>
                </a:lnTo>
                <a:cubicBezTo>
                  <a:pt x="0" y="473968"/>
                  <a:pt x="333625" y="807593"/>
                  <a:pt x="745173" y="807593"/>
                </a:cubicBezTo>
                <a:cubicBezTo>
                  <a:pt x="1156721" y="807593"/>
                  <a:pt x="1490346" y="473968"/>
                  <a:pt x="1490346" y="62420"/>
                </a:cubicBezTo>
                <a:close/>
              </a:path>
            </a:pathLst>
          </a:custGeom>
          <a:gradFill flip="none" rotWithShape="1">
            <a:gsLst>
              <a:gs pos="0">
                <a:schemeClr val="bg1">
                  <a:alpha val="10000"/>
                </a:schemeClr>
              </a:gs>
              <a:gs pos="89000">
                <a:schemeClr val="accent1">
                  <a:alpha val="25000"/>
                </a:schemeClr>
              </a:gs>
            </a:gsLst>
            <a:lin ang="13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cxnSp>
        <p:nvCxnSpPr>
          <p:cNvPr id="22" name="直接连接符 21"/>
          <p:cNvCxnSpPr/>
          <p:nvPr>
            <p:custDataLst>
              <p:tags r:id="rId5"/>
            </p:custDataLst>
          </p:nvPr>
        </p:nvCxnSpPr>
        <p:spPr>
          <a:xfrm>
            <a:off x="837565" y="60134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custDataLst>
              <p:tags r:id="rId6"/>
            </p:custDataLst>
          </p:nvPr>
        </p:nvCxnSpPr>
        <p:spPr>
          <a:xfrm>
            <a:off x="837565" y="65976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7"/>
            </p:custDataLst>
          </p:nvPr>
        </p:nvCxnSpPr>
        <p:spPr>
          <a:xfrm>
            <a:off x="837565" y="718185"/>
            <a:ext cx="1828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7" name="图片 56" descr="箭头 右"/>
          <p:cNvPicPr>
            <a:picLocks noChangeAspect="1"/>
          </p:cNvPicPr>
          <p:nvPr>
            <p:custDataLst>
              <p:tags r:id="rId8"/>
            </p:custDataLst>
          </p:nvPr>
        </p:nvPicPr>
        <p:blipFill>
          <a:blip/>
          <a:stretch>
            <a:fillRect/>
          </a:stretch>
        </p:blipFill>
        <p:spPr>
          <a:xfrm>
            <a:off x="1105535" y="6229350"/>
            <a:ext cx="153670" cy="153670"/>
          </a:xfrm>
          <a:prstGeom prst="rect">
            <a:avLst/>
          </a:prstGeom>
        </p:spPr>
      </p:pic>
      <p:pic>
        <p:nvPicPr>
          <p:cNvPr id="58" name="图片 57" descr="箭头 右"/>
          <p:cNvPicPr>
            <a:picLocks noChangeAspect="1"/>
          </p:cNvPicPr>
          <p:nvPr>
            <p:custDataLst>
              <p:tags r:id="rId9"/>
            </p:custDataLst>
          </p:nvPr>
        </p:nvPicPr>
        <p:blipFill>
          <a:blip/>
          <a:stretch>
            <a:fillRect/>
          </a:stretch>
        </p:blipFill>
        <p:spPr>
          <a:xfrm flipH="1">
            <a:off x="837565" y="6229350"/>
            <a:ext cx="153670" cy="153670"/>
          </a:xfrm>
          <a:prstGeom prst="rect">
            <a:avLst/>
          </a:prstGeom>
        </p:spPr>
      </p:pic>
      <p:sp>
        <p:nvSpPr>
          <p:cNvPr id="18" name="矩形: 圆顶角 12"/>
          <p:cNvSpPr/>
          <p:nvPr>
            <p:custDataLst>
              <p:tags r:id="rId10"/>
            </p:custDataLst>
          </p:nvPr>
        </p:nvSpPr>
        <p:spPr>
          <a:xfrm rot="18900000" flipH="1">
            <a:off x="8013065" y="1040130"/>
            <a:ext cx="2052955" cy="3821430"/>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9" name="矩形: 圆顶角 13"/>
          <p:cNvSpPr/>
          <p:nvPr>
            <p:custDataLst>
              <p:tags r:id="rId11"/>
            </p:custDataLst>
          </p:nvPr>
        </p:nvSpPr>
        <p:spPr>
          <a:xfrm rot="8100000" flipH="1">
            <a:off x="7706360" y="2266315"/>
            <a:ext cx="2052955" cy="3874135"/>
          </a:xfrm>
          <a:prstGeom prst="round2SameRect">
            <a:avLst>
              <a:gd name="adj1" fmla="val 50000"/>
              <a:gd name="adj2" fmla="val 0"/>
            </a:avLst>
          </a:prstGeom>
          <a:gradFill flip="none" rotWithShape="1">
            <a:gsLst>
              <a:gs pos="100000">
                <a:schemeClr val="accent6">
                  <a:lumMod val="20000"/>
                  <a:lumOff val="80000"/>
                  <a:alpha val="0"/>
                </a:schemeClr>
              </a:gs>
              <a:gs pos="0">
                <a:schemeClr val="bg1">
                  <a:alpha val="9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8" name="标题"/>
          <p:cNvSpPr txBox="1">
            <a:spLocks noGrp="1"/>
          </p:cNvSpPr>
          <p:nvPr>
            <p:ph type="title" idx="2" hasCustomPrompt="1"/>
            <p:custDataLst>
              <p:tags r:id="rId12"/>
            </p:custDataLst>
          </p:nvPr>
        </p:nvSpPr>
        <p:spPr>
          <a:xfrm>
            <a:off x="837565" y="2507010"/>
            <a:ext cx="7294880" cy="1011721"/>
          </a:xfrm>
          <a:prstGeom prst="rect">
            <a:avLst/>
          </a:prstGeom>
          <a:noFill/>
        </p:spPr>
        <p:txBody>
          <a:bodyPr wrap="square" lIns="0" tIns="0" rIns="0" bIns="0" rtlCol="0" anchor="ctr">
            <a:normAutofit/>
          </a:bodyPr>
          <a:lstStyle>
            <a:lvl1pPr marL="0" marR="0" algn="l" defTabSz="914400" rtl="0" eaLnBrk="1" fontAlgn="auto" latinLnBrk="0" hangingPunct="1">
              <a:lnSpc>
                <a:spcPct val="100000"/>
              </a:lnSpc>
              <a:buClrTx/>
              <a:buSzTx/>
              <a:buFontTx/>
              <a:buNone/>
              <a:defRPr kumimoji="0" lang="en-US" sz="5600" b="1" i="0" u="none" strike="noStrike" kern="1200" cap="none" spc="0" normalizeH="0" baseline="0" noProof="1" dirty="0">
                <a:gradFill>
                  <a:gsLst>
                    <a:gs pos="20000">
                      <a:schemeClr val="accent2"/>
                    </a:gs>
                    <a:gs pos="100000">
                      <a:schemeClr val="accent1">
                        <a:lumMod val="60000"/>
                        <a:lumOff val="40000"/>
                      </a:schemeClr>
                    </a:gs>
                  </a:gsLst>
                  <a:lin ang="4800000" scaled="0"/>
                </a:gradFill>
                <a:latin typeface="+mj-lt"/>
              </a:defRPr>
            </a:lvl1pPr>
          </a:lstStyle>
          <a:p>
            <a:pPr lvl="0"/>
            <a:r>
              <a:rPr dirty="0">
                <a:latin typeface="+mj-lt"/>
                <a:sym typeface="+mn-ea"/>
              </a:rPr>
              <a:t>Click to add title</a:t>
            </a:r>
            <a:endParaRPr dirty="0">
              <a:sym typeface="+mn-ea"/>
            </a:endParaRPr>
          </a:p>
        </p:txBody>
      </p:sp>
      <p:sp>
        <p:nvSpPr>
          <p:cNvPr id="4" name="日期占位符 3"/>
          <p:cNvSpPr>
            <a:spLocks noGrp="1"/>
          </p:cNvSpPr>
          <p:nvPr>
            <p:ph type="dt" sz="half" idx="10"/>
            <p:custDataLst>
              <p:tags r:id="rId13"/>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14"/>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15"/>
            </p:custDataLst>
          </p:nvPr>
        </p:nvSpPr>
        <p:spPr>
          <a:xfrm>
            <a:off x="8610600" y="6356350"/>
            <a:ext cx="2743200" cy="365125"/>
          </a:xfrm>
        </p:spPr>
        <p:txBody>
          <a:bodyPr/>
          <a:lstStyle/>
          <a:p>
            <a:fld id="{565CE74E-AB26-4998-AD42-012C4C1AD076}" type="slidenum">
              <a:rPr lang="en-US" smtClean="0"/>
            </a:fld>
            <a:endParaRPr lang="en-US"/>
          </a:p>
        </p:txBody>
      </p:sp>
      <p:sp>
        <p:nvSpPr>
          <p:cNvPr id="17" name="署名占位符 10"/>
          <p:cNvSpPr>
            <a:spLocks noGrp="1"/>
          </p:cNvSpPr>
          <p:nvPr>
            <p:ph type="body" sz="quarter" idx="17" hasCustomPrompt="1"/>
            <p:custDataLst>
              <p:tags r:id="rId16"/>
            </p:custDataLst>
          </p:nvPr>
        </p:nvSpPr>
        <p:spPr>
          <a:xfrm>
            <a:off x="837565" y="3988960"/>
            <a:ext cx="1944000" cy="457279"/>
          </a:xfrm>
          <a:prstGeom prst="roundRect">
            <a:avLst>
              <a:gd name="adj" fmla="val 50000"/>
            </a:avLst>
          </a:prstGeom>
          <a:solidFill>
            <a:schemeClr val="accent2"/>
          </a:solidFill>
        </p:spPr>
        <p:txBody>
          <a:bodyPr wrap="square" anchor="ctr">
            <a:normAutofit/>
          </a:bodyPr>
          <a:lstStyle>
            <a:lvl1pPr marL="0" indent="0" algn="ctr">
              <a:lnSpc>
                <a:spcPct val="100000"/>
              </a:lnSpc>
              <a:buNone/>
              <a:defRPr sz="1600" spc="0" baseline="0">
                <a:solidFill>
                  <a:srgbClr val="FFFFFF"/>
                </a:solidFill>
                <a:latin typeface="+mn-lt"/>
              </a:defRPr>
            </a:lvl1pPr>
          </a:lstStyle>
          <a:p>
            <a:pPr lvl="0"/>
            <a:r>
              <a:rPr lang="en-US" dirty="0">
                <a:latin typeface="+mn-lt"/>
              </a:rPr>
              <a:t>Click to add text</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3" Type="http://schemas.openxmlformats.org/officeDocument/2006/relationships/theme" Target="../theme/theme1.xml"/><Relationship Id="rId22" Type="http://schemas.openxmlformats.org/officeDocument/2006/relationships/tags" Target="../tags/tag136.xml"/><Relationship Id="rId21" Type="http://schemas.openxmlformats.org/officeDocument/2006/relationships/tags" Target="../tags/tag135.xml"/><Relationship Id="rId20" Type="http://schemas.openxmlformats.org/officeDocument/2006/relationships/tags" Target="../tags/tag134.xml"/><Relationship Id="rId2" Type="http://schemas.openxmlformats.org/officeDocument/2006/relationships/slideLayout" Target="../slideLayouts/slideLayout2.xml"/><Relationship Id="rId19" Type="http://schemas.openxmlformats.org/officeDocument/2006/relationships/tags" Target="../tags/tag133.xml"/><Relationship Id="rId18" Type="http://schemas.openxmlformats.org/officeDocument/2006/relationships/tags" Target="../tags/tag132.xml"/><Relationship Id="rId17" Type="http://schemas.openxmlformats.org/officeDocument/2006/relationships/tags" Target="../tags/tag131.xml"/><Relationship Id="rId16" Type="http://schemas.openxmlformats.org/officeDocument/2006/relationships/tags" Target="../tags/tag130.xml"/><Relationship Id="rId15" Type="http://schemas.openxmlformats.org/officeDocument/2006/relationships/tags" Target="../tags/tag129.xml"/><Relationship Id="rId14" Type="http://schemas.openxmlformats.org/officeDocument/2006/relationships/tags" Target="../tags/tag128.xml"/><Relationship Id="rId13" Type="http://schemas.openxmlformats.org/officeDocument/2006/relationships/tags" Target="../tags/tag127.xml"/><Relationship Id="rId12" Type="http://schemas.openxmlformats.org/officeDocument/2006/relationships/tags" Target="../tags/tag126.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3" Type="http://schemas.openxmlformats.org/officeDocument/2006/relationships/theme" Target="../theme/theme2.xml"/><Relationship Id="rId22" Type="http://schemas.openxmlformats.org/officeDocument/2006/relationships/tags" Target="../tags/tag272.xml"/><Relationship Id="rId21" Type="http://schemas.openxmlformats.org/officeDocument/2006/relationships/tags" Target="../tags/tag271.xml"/><Relationship Id="rId20" Type="http://schemas.openxmlformats.org/officeDocument/2006/relationships/tags" Target="../tags/tag270.xml"/><Relationship Id="rId2" Type="http://schemas.openxmlformats.org/officeDocument/2006/relationships/slideLayout" Target="../slideLayouts/slideLayout13.xml"/><Relationship Id="rId19" Type="http://schemas.openxmlformats.org/officeDocument/2006/relationships/tags" Target="../tags/tag269.xml"/><Relationship Id="rId18" Type="http://schemas.openxmlformats.org/officeDocument/2006/relationships/tags" Target="../tags/tag268.xml"/><Relationship Id="rId17" Type="http://schemas.openxmlformats.org/officeDocument/2006/relationships/tags" Target="../tags/tag267.xml"/><Relationship Id="rId16" Type="http://schemas.openxmlformats.org/officeDocument/2006/relationships/tags" Target="../tags/tag266.xml"/><Relationship Id="rId15" Type="http://schemas.openxmlformats.org/officeDocument/2006/relationships/tags" Target="../tags/tag265.xml"/><Relationship Id="rId14" Type="http://schemas.openxmlformats.org/officeDocument/2006/relationships/tags" Target="../tags/tag264.xml"/><Relationship Id="rId13" Type="http://schemas.openxmlformats.org/officeDocument/2006/relationships/tags" Target="../tags/tag263.xml"/><Relationship Id="rId12" Type="http://schemas.openxmlformats.org/officeDocument/2006/relationships/tags" Target="../tags/tag26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3" Type="http://schemas.openxmlformats.org/officeDocument/2006/relationships/theme" Target="../theme/theme3.xml"/><Relationship Id="rId22" Type="http://schemas.openxmlformats.org/officeDocument/2006/relationships/tags" Target="../tags/tag408.xml"/><Relationship Id="rId21" Type="http://schemas.openxmlformats.org/officeDocument/2006/relationships/tags" Target="../tags/tag407.xml"/><Relationship Id="rId20" Type="http://schemas.openxmlformats.org/officeDocument/2006/relationships/tags" Target="../tags/tag406.xml"/><Relationship Id="rId2" Type="http://schemas.openxmlformats.org/officeDocument/2006/relationships/slideLayout" Target="../slideLayouts/slideLayout24.xml"/><Relationship Id="rId19" Type="http://schemas.openxmlformats.org/officeDocument/2006/relationships/tags" Target="../tags/tag405.xml"/><Relationship Id="rId18" Type="http://schemas.openxmlformats.org/officeDocument/2006/relationships/tags" Target="../tags/tag404.xml"/><Relationship Id="rId17" Type="http://schemas.openxmlformats.org/officeDocument/2006/relationships/tags" Target="../tags/tag403.xml"/><Relationship Id="rId16" Type="http://schemas.openxmlformats.org/officeDocument/2006/relationships/tags" Target="../tags/tag402.xml"/><Relationship Id="rId15" Type="http://schemas.openxmlformats.org/officeDocument/2006/relationships/tags" Target="../tags/tag401.xml"/><Relationship Id="rId14" Type="http://schemas.openxmlformats.org/officeDocument/2006/relationships/tags" Target="../tags/tag400.xml"/><Relationship Id="rId13" Type="http://schemas.openxmlformats.org/officeDocument/2006/relationships/tags" Target="../tags/tag399.xml"/><Relationship Id="rId12" Type="http://schemas.openxmlformats.org/officeDocument/2006/relationships/tags" Target="../tags/tag398.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3" Type="http://schemas.openxmlformats.org/officeDocument/2006/relationships/theme" Target="../theme/theme4.xml"/><Relationship Id="rId22" Type="http://schemas.openxmlformats.org/officeDocument/2006/relationships/tags" Target="../tags/tag544.xml"/><Relationship Id="rId21" Type="http://schemas.openxmlformats.org/officeDocument/2006/relationships/tags" Target="../tags/tag543.xml"/><Relationship Id="rId20" Type="http://schemas.openxmlformats.org/officeDocument/2006/relationships/tags" Target="../tags/tag542.xml"/><Relationship Id="rId2" Type="http://schemas.openxmlformats.org/officeDocument/2006/relationships/slideLayout" Target="../slideLayouts/slideLayout35.xml"/><Relationship Id="rId19" Type="http://schemas.openxmlformats.org/officeDocument/2006/relationships/tags" Target="../tags/tag541.xml"/><Relationship Id="rId18" Type="http://schemas.openxmlformats.org/officeDocument/2006/relationships/tags" Target="../tags/tag540.xml"/><Relationship Id="rId17" Type="http://schemas.openxmlformats.org/officeDocument/2006/relationships/tags" Target="../tags/tag539.xml"/><Relationship Id="rId16" Type="http://schemas.openxmlformats.org/officeDocument/2006/relationships/tags" Target="../tags/tag538.xml"/><Relationship Id="rId15" Type="http://schemas.openxmlformats.org/officeDocument/2006/relationships/tags" Target="../tags/tag537.xml"/><Relationship Id="rId14" Type="http://schemas.openxmlformats.org/officeDocument/2006/relationships/tags" Target="../tags/tag536.xml"/><Relationship Id="rId13" Type="http://schemas.openxmlformats.org/officeDocument/2006/relationships/tags" Target="../tags/tag535.xml"/><Relationship Id="rId12" Type="http://schemas.openxmlformats.org/officeDocument/2006/relationships/tags" Target="../tags/tag534.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矩形 1"/>
          <p:cNvSpPr/>
          <p:nvPr userDrawn="1">
            <p:custDataLst>
              <p:tags r:id="rId1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8" name="矩形: 圆顶角 12"/>
          <p:cNvSpPr/>
          <p:nvPr>
            <p:custDataLst>
              <p:tags r:id="rId13"/>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Arial" panose="020B0604020202020204" pitchFamily="34" charset="0"/>
            </a:endParaRPr>
          </a:p>
        </p:txBody>
      </p:sp>
      <p:cxnSp>
        <p:nvCxnSpPr>
          <p:cNvPr id="15" name="直接连接符 14"/>
          <p:cNvCxnSpPr/>
          <p:nvPr>
            <p:custDataLst>
              <p:tags r:id="rId14"/>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15"/>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16"/>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日期占位符 8"/>
          <p:cNvSpPr>
            <a:spLocks noGrp="1"/>
          </p:cNvSpPr>
          <p:nvPr>
            <p:ph type="dt" sz="half" idx="10"/>
            <p:custDataLst>
              <p:tags r:id="rId17"/>
            </p:custDataLst>
          </p:nvPr>
        </p:nvSpPr>
        <p:spPr>
          <a:xfrm>
            <a:off x="695960" y="6356350"/>
            <a:ext cx="2743200" cy="365125"/>
          </a:xfrm>
        </p:spPr>
        <p:txBody>
          <a:bodyPr/>
          <a:lstStyle>
            <a:lvl1pPr>
              <a:defRPr>
                <a:latin typeface="Arial" panose="020B0604020202020204" pitchFamily="34" charset="0"/>
              </a:defRPr>
            </a:lvl1pPr>
          </a:lstStyle>
          <a:p>
            <a:r>
              <a:rPr lang="en-US"/>
              <a:t>Date Area</a:t>
            </a:r>
            <a:endParaRPr lang="en-US"/>
          </a:p>
        </p:txBody>
      </p:sp>
      <p:sp>
        <p:nvSpPr>
          <p:cNvPr id="10" name="页脚占位符 9"/>
          <p:cNvSpPr>
            <a:spLocks noGrp="1"/>
          </p:cNvSpPr>
          <p:nvPr>
            <p:ph type="ftr" sz="quarter" idx="11"/>
            <p:custDataLst>
              <p:tags r:id="rId18"/>
            </p:custDataLst>
          </p:nvPr>
        </p:nvSpPr>
        <p:spPr>
          <a:xfrm>
            <a:off x="4038600" y="6356350"/>
            <a:ext cx="4114800" cy="365125"/>
          </a:xfrm>
        </p:spPr>
        <p:txBody>
          <a:bodyPr/>
          <a:lstStyle>
            <a:lvl1pPr>
              <a:defRPr>
                <a:latin typeface="Arial" panose="020B0604020202020204" pitchFamily="34" charset="0"/>
              </a:defRPr>
            </a:lvl1pPr>
          </a:lstStyle>
          <a:p>
            <a:endParaRPr lang="en-US"/>
          </a:p>
        </p:txBody>
      </p:sp>
      <p:sp>
        <p:nvSpPr>
          <p:cNvPr id="11" name="灯片编号占位符 10"/>
          <p:cNvSpPr>
            <a:spLocks noGrp="1"/>
          </p:cNvSpPr>
          <p:nvPr>
            <p:ph type="sldNum" sz="quarter" idx="12"/>
            <p:custDataLst>
              <p:tags r:id="rId19"/>
            </p:custDataLst>
          </p:nvPr>
        </p:nvSpPr>
        <p:spPr>
          <a:xfrm>
            <a:off x="8753983" y="6356350"/>
            <a:ext cx="2743200" cy="365125"/>
          </a:xfrm>
        </p:spPr>
        <p:txBody>
          <a:bodyPr/>
          <a:lstStyle>
            <a:lvl1pPr>
              <a:defRPr>
                <a:latin typeface="Arial" panose="020B0604020202020204" pitchFamily="34" charset="0"/>
              </a:defRPr>
            </a:lvl1pPr>
          </a:lstStyle>
          <a:p>
            <a:fld id="{565CE74E-AB26-4998-AD42-012C4C1AD076}" type="slidenum">
              <a:rPr lang="en-US" smtClean="0"/>
            </a:fld>
            <a:endParaRPr lang="en-US"/>
          </a:p>
        </p:txBody>
      </p:sp>
      <p:sp>
        <p:nvSpPr>
          <p:cNvPr id="3" name="文本占位符 2"/>
          <p:cNvSpPr>
            <a:spLocks noGrp="1"/>
          </p:cNvSpPr>
          <p:nvPr>
            <p:ph type="body" idx="1"/>
            <p:custDataLst>
              <p:tags r:id="rId20"/>
            </p:custDataLst>
          </p:nvPr>
        </p:nvSpPr>
        <p:spPr>
          <a:xfrm>
            <a:off x="695960" y="1301749"/>
            <a:ext cx="10800000" cy="4873625"/>
          </a:xfrm>
          <a:prstGeom prst="rect">
            <a:avLst/>
          </a:prstGeom>
          <a:ln>
            <a:noFill/>
            <a:prstDash val="sysDash"/>
          </a:ln>
        </p:spPr>
        <p:txBody>
          <a:bodyPr vert="horz" lIns="90000" tIns="46800" rIns="90000" bIns="46800" rtlCol="0">
            <a:normAutofit/>
          </a:bodyPr>
          <a:lstStyle/>
          <a:p>
            <a:pPr marR="0" lvl="0" fontAlgn="auto">
              <a:lnSpc>
                <a:spcPct val="130000"/>
              </a:lnSpc>
              <a:spcBef>
                <a:spcPts val="1200"/>
              </a:spcBef>
              <a:spcAft>
                <a:spcPts val="0"/>
              </a:spcAft>
              <a:buClr>
                <a:schemeClr val="accent1"/>
              </a:buClr>
              <a:buSzTx/>
              <a:buChar char="●"/>
            </a:pPr>
            <a:r>
              <a:rPr lang="en-US" dirty="0">
                <a:latin typeface="+mn-lt"/>
              </a:rPr>
              <a:t>Click to add text</a:t>
            </a:r>
            <a:endParaRPr lang="en-US" dirty="0"/>
          </a:p>
        </p:txBody>
      </p:sp>
      <p:sp>
        <p:nvSpPr>
          <p:cNvPr id="4" name="标题占位符 3"/>
          <p:cNvSpPr>
            <a:spLocks noGrp="1"/>
          </p:cNvSpPr>
          <p:nvPr>
            <p:ph type="title"/>
            <p:custDataLst>
              <p:tags r:id="rId21"/>
            </p:custDataLst>
          </p:nvPr>
        </p:nvSpPr>
        <p:spPr>
          <a:xfrm>
            <a:off x="695960" y="360000"/>
            <a:ext cx="10800000" cy="720000"/>
          </a:xfrm>
          <a:prstGeom prst="rect">
            <a:avLst/>
          </a:prstGeom>
          <a:noFill/>
          <a:ln>
            <a:noFill/>
            <a:prstDash val="sysDash"/>
          </a:ln>
        </p:spPr>
        <p:txBody>
          <a:bodyPr vert="horz" wrap="square" lIns="91440" tIns="45720" rIns="91440" bIns="45720" rtlCol="0" anchor="ctr">
            <a:normAutofit/>
          </a:bodyPr>
          <a:lstStyle/>
          <a:p>
            <a:pPr marL="0" marR="0" lvl="0" fontAlgn="auto">
              <a:lnSpc>
                <a:spcPct val="100000"/>
              </a:lnSpc>
              <a:buClrTx/>
              <a:buSzTx/>
              <a:buFontTx/>
            </a:pPr>
            <a:r>
              <a:rPr lang="en-US" dirty="0">
                <a:latin typeface="+mj-lt"/>
              </a:rPr>
              <a:t>Click to add title</a:t>
            </a:r>
            <a:endParaRPr lang="en-US" dirty="0"/>
          </a:p>
        </p:txBody>
      </p:sp>
      <p:sp>
        <p:nvSpPr>
          <p:cNvPr id="6" name="KSO_TEMPLATE" hidden="1"/>
          <p:cNvSpPr/>
          <p:nvPr userDrawn="1">
            <p:custDataLst>
              <p:tags r:id="rId2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0" lang="en-US" sz="3200" b="0" i="0" u="none" strike="noStrike" kern="1200" cap="none" spc="0" normalizeH="0" baseline="0" smtClean="0">
          <a:ln>
            <a:noFill/>
            <a:prstDash val="sysDot"/>
          </a:ln>
          <a:solidFill>
            <a:schemeClr val="accent2"/>
          </a:solidFill>
          <a:uFillTx/>
          <a:latin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0" lang="en-US" sz="1800" b="0" i="0" u="none" strike="noStrike" kern="1200" cap="none" spc="0" normalizeH="0" baseline="0" smtClean="0">
          <a:ln>
            <a:noFill/>
            <a:prstDash val="sysDot"/>
          </a:ln>
          <a:solidFill>
            <a:schemeClr val="tx1">
              <a:lumMod val="85000"/>
              <a:lumOff val="15000"/>
            </a:schemeClr>
          </a:solidFill>
          <a:uFillTx/>
          <a:latin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1600" b="0" i="0" u="none" strike="noStrike" kern="1200" cap="none" spc="150" normalizeH="0" baseline="0" smtClean="0">
          <a:ln>
            <a:noFill/>
            <a:prstDash val="sysDot"/>
          </a:ln>
          <a:solidFill>
            <a:schemeClr val="tx1">
              <a:lumMod val="50000"/>
              <a:lumOff val="50000"/>
            </a:schemeClr>
          </a:solidFill>
          <a:uFillTx/>
          <a:latin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1600" b="0" i="0" u="none" strike="noStrike" kern="1200" cap="none" spc="150" normalizeH="0" baseline="0" smtClean="0">
          <a:ln>
            <a:noFill/>
            <a:prstDash val="sysDot"/>
          </a:ln>
          <a:solidFill>
            <a:schemeClr val="tx1">
              <a:lumMod val="50000"/>
              <a:lumOff val="50000"/>
            </a:schemeClr>
          </a:solidFill>
          <a:uFillTx/>
          <a:latin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1400" b="0" i="0" u="none" strike="noStrike" kern="1200" cap="none" spc="150" normalizeH="0" baseline="0" smtClean="0">
          <a:ln>
            <a:noFill/>
            <a:prstDash val="sysDot"/>
          </a:ln>
          <a:solidFill>
            <a:schemeClr val="tx1">
              <a:lumMod val="50000"/>
              <a:lumOff val="50000"/>
            </a:schemeClr>
          </a:solidFill>
          <a:uFillTx/>
          <a:latin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en-US" sz="1400" b="0" i="0" u="none" strike="noStrike" kern="1200" cap="none" spc="150" normalizeH="0" baseline="0" smtClean="0">
          <a:ln>
            <a:noFill/>
            <a:prstDash val="sysDot"/>
          </a:ln>
          <a:solidFill>
            <a:schemeClr val="tx1">
              <a:lumMod val="50000"/>
              <a:lumOff val="50000"/>
            </a:schemeClr>
          </a:solidFill>
          <a:uFillTx/>
          <a:latin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矩形 1"/>
          <p:cNvSpPr/>
          <p:nvPr userDrawn="1">
            <p:custDataLst>
              <p:tags r:id="rId1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8" name="矩形: 圆顶角 12"/>
          <p:cNvSpPr/>
          <p:nvPr>
            <p:custDataLst>
              <p:tags r:id="rId13"/>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Arial" panose="020B0604020202020204" pitchFamily="34" charset="0"/>
            </a:endParaRPr>
          </a:p>
        </p:txBody>
      </p:sp>
      <p:cxnSp>
        <p:nvCxnSpPr>
          <p:cNvPr id="15" name="直接连接符 14"/>
          <p:cNvCxnSpPr/>
          <p:nvPr>
            <p:custDataLst>
              <p:tags r:id="rId14"/>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15"/>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16"/>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日期占位符 8"/>
          <p:cNvSpPr>
            <a:spLocks noGrp="1"/>
          </p:cNvSpPr>
          <p:nvPr>
            <p:ph type="dt" sz="half" idx="10"/>
            <p:custDataLst>
              <p:tags r:id="rId17"/>
            </p:custDataLst>
          </p:nvPr>
        </p:nvSpPr>
        <p:spPr>
          <a:xfrm>
            <a:off x="695960" y="6356350"/>
            <a:ext cx="2743200" cy="365125"/>
          </a:xfrm>
        </p:spPr>
        <p:txBody>
          <a:bodyPr/>
          <a:lstStyle>
            <a:lvl1pPr>
              <a:defRPr>
                <a:latin typeface="Arial" panose="020B0604020202020204" pitchFamily="34" charset="0"/>
              </a:defRPr>
            </a:lvl1pPr>
          </a:lstStyle>
          <a:p>
            <a:r>
              <a:rPr lang="en-US"/>
              <a:t>Date Area</a:t>
            </a:r>
            <a:endParaRPr lang="en-US"/>
          </a:p>
        </p:txBody>
      </p:sp>
      <p:sp>
        <p:nvSpPr>
          <p:cNvPr id="10" name="页脚占位符 9"/>
          <p:cNvSpPr>
            <a:spLocks noGrp="1"/>
          </p:cNvSpPr>
          <p:nvPr>
            <p:ph type="ftr" sz="quarter" idx="11"/>
            <p:custDataLst>
              <p:tags r:id="rId18"/>
            </p:custDataLst>
          </p:nvPr>
        </p:nvSpPr>
        <p:spPr>
          <a:xfrm>
            <a:off x="4038600" y="6356350"/>
            <a:ext cx="4114800" cy="365125"/>
          </a:xfrm>
        </p:spPr>
        <p:txBody>
          <a:bodyPr/>
          <a:lstStyle>
            <a:lvl1pPr>
              <a:defRPr>
                <a:latin typeface="Arial" panose="020B0604020202020204" pitchFamily="34" charset="0"/>
              </a:defRPr>
            </a:lvl1pPr>
          </a:lstStyle>
          <a:p>
            <a:endParaRPr lang="en-US"/>
          </a:p>
        </p:txBody>
      </p:sp>
      <p:sp>
        <p:nvSpPr>
          <p:cNvPr id="11" name="灯片编号占位符 10"/>
          <p:cNvSpPr>
            <a:spLocks noGrp="1"/>
          </p:cNvSpPr>
          <p:nvPr>
            <p:ph type="sldNum" sz="quarter" idx="12"/>
            <p:custDataLst>
              <p:tags r:id="rId19"/>
            </p:custDataLst>
          </p:nvPr>
        </p:nvSpPr>
        <p:spPr>
          <a:xfrm>
            <a:off x="8753983" y="6356350"/>
            <a:ext cx="2743200" cy="365125"/>
          </a:xfrm>
        </p:spPr>
        <p:txBody>
          <a:bodyPr/>
          <a:lstStyle>
            <a:lvl1pPr>
              <a:defRPr>
                <a:latin typeface="Arial" panose="020B0604020202020204" pitchFamily="34" charset="0"/>
              </a:defRPr>
            </a:lvl1pPr>
          </a:lstStyle>
          <a:p>
            <a:fld id="{565CE74E-AB26-4998-AD42-012C4C1AD076}" type="slidenum">
              <a:rPr lang="en-US" smtClean="0"/>
            </a:fld>
            <a:endParaRPr lang="en-US"/>
          </a:p>
        </p:txBody>
      </p:sp>
      <p:sp>
        <p:nvSpPr>
          <p:cNvPr id="3" name="文本占位符 2"/>
          <p:cNvSpPr>
            <a:spLocks noGrp="1"/>
          </p:cNvSpPr>
          <p:nvPr>
            <p:ph type="body" idx="1"/>
            <p:custDataLst>
              <p:tags r:id="rId20"/>
            </p:custDataLst>
          </p:nvPr>
        </p:nvSpPr>
        <p:spPr>
          <a:xfrm>
            <a:off x="695960" y="1301749"/>
            <a:ext cx="10800000" cy="4873625"/>
          </a:xfrm>
          <a:prstGeom prst="rect">
            <a:avLst/>
          </a:prstGeom>
          <a:ln>
            <a:noFill/>
            <a:prstDash val="sysDash"/>
          </a:ln>
        </p:spPr>
        <p:txBody>
          <a:bodyPr vert="horz" lIns="90000" tIns="46800" rIns="90000" bIns="46800" rtlCol="0">
            <a:normAutofit/>
          </a:bodyPr>
          <a:lstStyle/>
          <a:p>
            <a:pPr marR="0" lvl="0" fontAlgn="auto">
              <a:lnSpc>
                <a:spcPct val="130000"/>
              </a:lnSpc>
              <a:spcBef>
                <a:spcPts val="1200"/>
              </a:spcBef>
              <a:spcAft>
                <a:spcPts val="0"/>
              </a:spcAft>
              <a:buClr>
                <a:schemeClr val="accent1"/>
              </a:buClr>
              <a:buSzTx/>
              <a:buChar char="●"/>
            </a:pPr>
            <a:r>
              <a:rPr lang="en-US" dirty="0">
                <a:latin typeface="+mn-lt"/>
              </a:rPr>
              <a:t>Click to add text</a:t>
            </a:r>
            <a:endParaRPr lang="en-US" dirty="0"/>
          </a:p>
        </p:txBody>
      </p:sp>
      <p:sp>
        <p:nvSpPr>
          <p:cNvPr id="4" name="标题占位符 3"/>
          <p:cNvSpPr>
            <a:spLocks noGrp="1"/>
          </p:cNvSpPr>
          <p:nvPr>
            <p:ph type="title"/>
            <p:custDataLst>
              <p:tags r:id="rId21"/>
            </p:custDataLst>
          </p:nvPr>
        </p:nvSpPr>
        <p:spPr>
          <a:xfrm>
            <a:off x="695960" y="360000"/>
            <a:ext cx="10800000" cy="720000"/>
          </a:xfrm>
          <a:prstGeom prst="rect">
            <a:avLst/>
          </a:prstGeom>
          <a:noFill/>
          <a:ln>
            <a:noFill/>
            <a:prstDash val="sysDash"/>
          </a:ln>
        </p:spPr>
        <p:txBody>
          <a:bodyPr vert="horz" wrap="square" lIns="91440" tIns="45720" rIns="91440" bIns="45720" rtlCol="0" anchor="ctr">
            <a:normAutofit/>
          </a:bodyPr>
          <a:lstStyle/>
          <a:p>
            <a:pPr marL="0" marR="0" lvl="0" fontAlgn="auto">
              <a:lnSpc>
                <a:spcPct val="100000"/>
              </a:lnSpc>
              <a:buClrTx/>
              <a:buSzTx/>
              <a:buFontTx/>
            </a:pPr>
            <a:r>
              <a:rPr lang="en-US" dirty="0">
                <a:latin typeface="+mj-lt"/>
              </a:rPr>
              <a:t>Click to add title</a:t>
            </a:r>
            <a:endParaRPr lang="en-US" dirty="0"/>
          </a:p>
        </p:txBody>
      </p:sp>
      <p:sp>
        <p:nvSpPr>
          <p:cNvPr id="6" name="KSO_TEMPLATE" hidden="1"/>
          <p:cNvSpPr/>
          <p:nvPr userDrawn="1">
            <p:custDataLst>
              <p:tags r:id="rId2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0" lang="en-US" sz="3200" b="0" i="0" u="none" strike="noStrike" kern="1200" cap="none" spc="0" normalizeH="0" baseline="0" smtClean="0">
          <a:ln>
            <a:noFill/>
            <a:prstDash val="sysDot"/>
          </a:ln>
          <a:solidFill>
            <a:schemeClr val="accent2"/>
          </a:solidFill>
          <a:uFillTx/>
          <a:latin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0" lang="en-US" sz="1800" b="0" i="0" u="none" strike="noStrike" kern="1200" cap="none" spc="0" normalizeH="0" baseline="0" smtClean="0">
          <a:ln>
            <a:noFill/>
            <a:prstDash val="sysDot"/>
          </a:ln>
          <a:solidFill>
            <a:schemeClr val="tx1">
              <a:lumMod val="85000"/>
              <a:lumOff val="15000"/>
            </a:schemeClr>
          </a:solidFill>
          <a:uFillTx/>
          <a:latin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1600" b="0" i="0" u="none" strike="noStrike" kern="1200" cap="none" spc="150" normalizeH="0" baseline="0" smtClean="0">
          <a:ln>
            <a:noFill/>
            <a:prstDash val="sysDot"/>
          </a:ln>
          <a:solidFill>
            <a:schemeClr val="tx1">
              <a:lumMod val="50000"/>
              <a:lumOff val="50000"/>
            </a:schemeClr>
          </a:solidFill>
          <a:uFillTx/>
          <a:latin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1600" b="0" i="0" u="none" strike="noStrike" kern="1200" cap="none" spc="150" normalizeH="0" baseline="0" smtClean="0">
          <a:ln>
            <a:noFill/>
            <a:prstDash val="sysDot"/>
          </a:ln>
          <a:solidFill>
            <a:schemeClr val="tx1">
              <a:lumMod val="50000"/>
              <a:lumOff val="50000"/>
            </a:schemeClr>
          </a:solidFill>
          <a:uFillTx/>
          <a:latin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1400" b="0" i="0" u="none" strike="noStrike" kern="1200" cap="none" spc="150" normalizeH="0" baseline="0" smtClean="0">
          <a:ln>
            <a:noFill/>
            <a:prstDash val="sysDot"/>
          </a:ln>
          <a:solidFill>
            <a:schemeClr val="tx1">
              <a:lumMod val="50000"/>
              <a:lumOff val="50000"/>
            </a:schemeClr>
          </a:solidFill>
          <a:uFillTx/>
          <a:latin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en-US" sz="1400" b="0" i="0" u="none" strike="noStrike" kern="1200" cap="none" spc="150" normalizeH="0" baseline="0" smtClean="0">
          <a:ln>
            <a:noFill/>
            <a:prstDash val="sysDot"/>
          </a:ln>
          <a:solidFill>
            <a:schemeClr val="tx1">
              <a:lumMod val="50000"/>
              <a:lumOff val="50000"/>
            </a:schemeClr>
          </a:solidFill>
          <a:uFillTx/>
          <a:latin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矩形 1"/>
          <p:cNvSpPr/>
          <p:nvPr userDrawn="1">
            <p:custDataLst>
              <p:tags r:id="rId1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8" name="矩形: 圆顶角 12"/>
          <p:cNvSpPr/>
          <p:nvPr>
            <p:custDataLst>
              <p:tags r:id="rId13"/>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Arial" panose="020B0604020202020204" pitchFamily="34" charset="0"/>
            </a:endParaRPr>
          </a:p>
        </p:txBody>
      </p:sp>
      <p:cxnSp>
        <p:nvCxnSpPr>
          <p:cNvPr id="15" name="直接连接符 14"/>
          <p:cNvCxnSpPr/>
          <p:nvPr>
            <p:custDataLst>
              <p:tags r:id="rId14"/>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15"/>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16"/>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日期占位符 8"/>
          <p:cNvSpPr>
            <a:spLocks noGrp="1"/>
          </p:cNvSpPr>
          <p:nvPr>
            <p:ph type="dt" sz="half" idx="10"/>
            <p:custDataLst>
              <p:tags r:id="rId17"/>
            </p:custDataLst>
          </p:nvPr>
        </p:nvSpPr>
        <p:spPr>
          <a:xfrm>
            <a:off x="695960" y="6356350"/>
            <a:ext cx="2743200" cy="365125"/>
          </a:xfrm>
        </p:spPr>
        <p:txBody>
          <a:bodyPr/>
          <a:lstStyle>
            <a:lvl1pPr>
              <a:defRPr>
                <a:latin typeface="Arial" panose="020B0604020202020204" pitchFamily="34" charset="0"/>
              </a:defRPr>
            </a:lvl1pPr>
          </a:lstStyle>
          <a:p>
            <a:r>
              <a:rPr lang="en-US"/>
              <a:t>Date Area</a:t>
            </a:r>
            <a:endParaRPr lang="en-US"/>
          </a:p>
        </p:txBody>
      </p:sp>
      <p:sp>
        <p:nvSpPr>
          <p:cNvPr id="10" name="页脚占位符 9"/>
          <p:cNvSpPr>
            <a:spLocks noGrp="1"/>
          </p:cNvSpPr>
          <p:nvPr>
            <p:ph type="ftr" sz="quarter" idx="11"/>
            <p:custDataLst>
              <p:tags r:id="rId18"/>
            </p:custDataLst>
          </p:nvPr>
        </p:nvSpPr>
        <p:spPr>
          <a:xfrm>
            <a:off x="4038600" y="6356350"/>
            <a:ext cx="4114800" cy="365125"/>
          </a:xfrm>
        </p:spPr>
        <p:txBody>
          <a:bodyPr/>
          <a:lstStyle>
            <a:lvl1pPr>
              <a:defRPr>
                <a:latin typeface="Arial" panose="020B0604020202020204" pitchFamily="34" charset="0"/>
              </a:defRPr>
            </a:lvl1pPr>
          </a:lstStyle>
          <a:p>
            <a:endParaRPr lang="en-US"/>
          </a:p>
        </p:txBody>
      </p:sp>
      <p:sp>
        <p:nvSpPr>
          <p:cNvPr id="11" name="灯片编号占位符 10"/>
          <p:cNvSpPr>
            <a:spLocks noGrp="1"/>
          </p:cNvSpPr>
          <p:nvPr>
            <p:ph type="sldNum" sz="quarter" idx="12"/>
            <p:custDataLst>
              <p:tags r:id="rId19"/>
            </p:custDataLst>
          </p:nvPr>
        </p:nvSpPr>
        <p:spPr>
          <a:xfrm>
            <a:off x="8753983" y="6356350"/>
            <a:ext cx="2743200" cy="365125"/>
          </a:xfrm>
        </p:spPr>
        <p:txBody>
          <a:bodyPr/>
          <a:lstStyle>
            <a:lvl1pPr>
              <a:defRPr>
                <a:latin typeface="Arial" panose="020B0604020202020204" pitchFamily="34" charset="0"/>
              </a:defRPr>
            </a:lvl1pPr>
          </a:lstStyle>
          <a:p>
            <a:fld id="{565CE74E-AB26-4998-AD42-012C4C1AD076}" type="slidenum">
              <a:rPr lang="en-US" smtClean="0"/>
            </a:fld>
            <a:endParaRPr lang="en-US"/>
          </a:p>
        </p:txBody>
      </p:sp>
      <p:sp>
        <p:nvSpPr>
          <p:cNvPr id="3" name="文本占位符 2"/>
          <p:cNvSpPr>
            <a:spLocks noGrp="1"/>
          </p:cNvSpPr>
          <p:nvPr>
            <p:ph type="body" idx="1"/>
            <p:custDataLst>
              <p:tags r:id="rId20"/>
            </p:custDataLst>
          </p:nvPr>
        </p:nvSpPr>
        <p:spPr>
          <a:xfrm>
            <a:off x="695960" y="1301749"/>
            <a:ext cx="10800000" cy="4873625"/>
          </a:xfrm>
          <a:prstGeom prst="rect">
            <a:avLst/>
          </a:prstGeom>
          <a:ln>
            <a:noFill/>
            <a:prstDash val="sysDash"/>
          </a:ln>
        </p:spPr>
        <p:txBody>
          <a:bodyPr vert="horz" lIns="90000" tIns="46800" rIns="90000" bIns="46800" rtlCol="0">
            <a:normAutofit/>
          </a:bodyPr>
          <a:lstStyle/>
          <a:p>
            <a:pPr marR="0" lvl="0" fontAlgn="auto">
              <a:lnSpc>
                <a:spcPct val="130000"/>
              </a:lnSpc>
              <a:spcBef>
                <a:spcPts val="1200"/>
              </a:spcBef>
              <a:spcAft>
                <a:spcPts val="0"/>
              </a:spcAft>
              <a:buClr>
                <a:schemeClr val="accent1"/>
              </a:buClr>
              <a:buSzTx/>
              <a:buChar char="●"/>
            </a:pPr>
            <a:r>
              <a:rPr lang="en-US" dirty="0">
                <a:latin typeface="+mn-lt"/>
              </a:rPr>
              <a:t>Click to add text</a:t>
            </a:r>
            <a:endParaRPr lang="en-US" dirty="0"/>
          </a:p>
        </p:txBody>
      </p:sp>
      <p:sp>
        <p:nvSpPr>
          <p:cNvPr id="4" name="标题占位符 3"/>
          <p:cNvSpPr>
            <a:spLocks noGrp="1"/>
          </p:cNvSpPr>
          <p:nvPr>
            <p:ph type="title"/>
            <p:custDataLst>
              <p:tags r:id="rId21"/>
            </p:custDataLst>
          </p:nvPr>
        </p:nvSpPr>
        <p:spPr>
          <a:xfrm>
            <a:off x="695960" y="360000"/>
            <a:ext cx="10800000" cy="720000"/>
          </a:xfrm>
          <a:prstGeom prst="rect">
            <a:avLst/>
          </a:prstGeom>
          <a:noFill/>
          <a:ln>
            <a:noFill/>
            <a:prstDash val="sysDash"/>
          </a:ln>
        </p:spPr>
        <p:txBody>
          <a:bodyPr vert="horz" wrap="square" lIns="91440" tIns="45720" rIns="91440" bIns="45720" rtlCol="0" anchor="ctr">
            <a:normAutofit/>
          </a:bodyPr>
          <a:lstStyle/>
          <a:p>
            <a:pPr marL="0" marR="0" lvl="0" fontAlgn="auto">
              <a:lnSpc>
                <a:spcPct val="100000"/>
              </a:lnSpc>
              <a:buClrTx/>
              <a:buSzTx/>
              <a:buFontTx/>
            </a:pPr>
            <a:r>
              <a:rPr lang="en-US" dirty="0">
                <a:latin typeface="+mj-lt"/>
              </a:rPr>
              <a:t>Click to add title</a:t>
            </a:r>
            <a:endParaRPr lang="en-US" dirty="0"/>
          </a:p>
        </p:txBody>
      </p:sp>
      <p:sp>
        <p:nvSpPr>
          <p:cNvPr id="6" name="KSO_TEMPLATE" hidden="1"/>
          <p:cNvSpPr/>
          <p:nvPr userDrawn="1">
            <p:custDataLst>
              <p:tags r:id="rId2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kumimoji="0" lang="en-US" sz="3200" b="0" i="0" u="none" strike="noStrike" kern="1200" cap="none" spc="0" normalizeH="0" baseline="0" smtClean="0">
          <a:ln>
            <a:noFill/>
            <a:prstDash val="sysDot"/>
          </a:ln>
          <a:solidFill>
            <a:schemeClr val="accent2"/>
          </a:solidFill>
          <a:uFillTx/>
          <a:latin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0" lang="en-US" sz="1800" b="0" i="0" u="none" strike="noStrike" kern="1200" cap="none" spc="0" normalizeH="0" baseline="0" smtClean="0">
          <a:ln>
            <a:noFill/>
            <a:prstDash val="sysDot"/>
          </a:ln>
          <a:solidFill>
            <a:schemeClr val="tx1">
              <a:lumMod val="85000"/>
              <a:lumOff val="15000"/>
            </a:schemeClr>
          </a:solidFill>
          <a:uFillTx/>
          <a:latin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1600" b="0" i="0" u="none" strike="noStrike" kern="1200" cap="none" spc="150" normalizeH="0" baseline="0" smtClean="0">
          <a:ln>
            <a:noFill/>
            <a:prstDash val="sysDot"/>
          </a:ln>
          <a:solidFill>
            <a:schemeClr val="tx1">
              <a:lumMod val="50000"/>
              <a:lumOff val="50000"/>
            </a:schemeClr>
          </a:solidFill>
          <a:uFillTx/>
          <a:latin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1600" b="0" i="0" u="none" strike="noStrike" kern="1200" cap="none" spc="150" normalizeH="0" baseline="0" smtClean="0">
          <a:ln>
            <a:noFill/>
            <a:prstDash val="sysDot"/>
          </a:ln>
          <a:solidFill>
            <a:schemeClr val="tx1">
              <a:lumMod val="50000"/>
              <a:lumOff val="50000"/>
            </a:schemeClr>
          </a:solidFill>
          <a:uFillTx/>
          <a:latin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1400" b="0" i="0" u="none" strike="noStrike" kern="1200" cap="none" spc="150" normalizeH="0" baseline="0" smtClean="0">
          <a:ln>
            <a:noFill/>
            <a:prstDash val="sysDot"/>
          </a:ln>
          <a:solidFill>
            <a:schemeClr val="tx1">
              <a:lumMod val="50000"/>
              <a:lumOff val="50000"/>
            </a:schemeClr>
          </a:solidFill>
          <a:uFillTx/>
          <a:latin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en-US" sz="1400" b="0" i="0" u="none" strike="noStrike" kern="1200" cap="none" spc="150" normalizeH="0" baseline="0" smtClean="0">
          <a:ln>
            <a:noFill/>
            <a:prstDash val="sysDot"/>
          </a:ln>
          <a:solidFill>
            <a:schemeClr val="tx1">
              <a:lumMod val="50000"/>
              <a:lumOff val="50000"/>
            </a:schemeClr>
          </a:solidFill>
          <a:uFillTx/>
          <a:latin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矩形 1"/>
          <p:cNvSpPr/>
          <p:nvPr userDrawn="1">
            <p:custDataLst>
              <p:tags r:id="rId12"/>
            </p:custDataLst>
          </p:nvPr>
        </p:nvSpPr>
        <p:spPr>
          <a:xfrm>
            <a:off x="0" y="0"/>
            <a:ext cx="12191999" cy="6858000"/>
          </a:xfrm>
          <a:prstGeom prst="rect">
            <a:avLst/>
          </a:prstGeom>
          <a:gradFill>
            <a:gsLst>
              <a:gs pos="0">
                <a:schemeClr val="bg2"/>
              </a:gs>
              <a:gs pos="100000">
                <a:schemeClr val="accent1">
                  <a:lumMod val="20000"/>
                  <a:lumOff val="8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sp>
        <p:nvSpPr>
          <p:cNvPr id="8" name="矩形: 圆顶角 12"/>
          <p:cNvSpPr/>
          <p:nvPr>
            <p:custDataLst>
              <p:tags r:id="rId13"/>
            </p:custDataLst>
          </p:nvPr>
        </p:nvSpPr>
        <p:spPr>
          <a:xfrm rot="16200000" flipH="1">
            <a:off x="2978150" y="-1115695"/>
            <a:ext cx="76200" cy="4606925"/>
          </a:xfrm>
          <a:prstGeom prst="round2SameRect">
            <a:avLst>
              <a:gd name="adj1" fmla="val 50000"/>
              <a:gd name="adj2" fmla="val 0"/>
            </a:avLst>
          </a:prstGeom>
          <a:gradFill flip="none" rotWithShape="1">
            <a:gsLst>
              <a:gs pos="0">
                <a:schemeClr val="bg1">
                  <a:alpha val="0"/>
                </a:schemeClr>
              </a:gs>
              <a:gs pos="56000">
                <a:schemeClr val="accent1">
                  <a:lumMod val="60000"/>
                  <a:lumOff val="40000"/>
                  <a:alpha val="40000"/>
                </a:schemeClr>
              </a:gs>
              <a:gs pos="100000">
                <a:schemeClr val="accent1">
                  <a:alpha val="3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latin typeface="Arial" panose="020B0604020202020204" pitchFamily="34" charset="0"/>
            </a:endParaRPr>
          </a:p>
        </p:txBody>
      </p:sp>
      <p:cxnSp>
        <p:nvCxnSpPr>
          <p:cNvPr id="15" name="直接连接符 14"/>
          <p:cNvCxnSpPr/>
          <p:nvPr>
            <p:custDataLst>
              <p:tags r:id="rId14"/>
            </p:custDataLst>
          </p:nvPr>
        </p:nvCxnSpPr>
        <p:spPr>
          <a:xfrm>
            <a:off x="10972165" y="77216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custDataLst>
              <p:tags r:id="rId15"/>
            </p:custDataLst>
          </p:nvPr>
        </p:nvCxnSpPr>
        <p:spPr>
          <a:xfrm>
            <a:off x="10972165" y="847090"/>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16"/>
            </p:custDataLst>
          </p:nvPr>
        </p:nvCxnSpPr>
        <p:spPr>
          <a:xfrm>
            <a:off x="10972165" y="921385"/>
            <a:ext cx="205105"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日期占位符 8"/>
          <p:cNvSpPr>
            <a:spLocks noGrp="1"/>
          </p:cNvSpPr>
          <p:nvPr>
            <p:ph type="dt" sz="half" idx="10"/>
            <p:custDataLst>
              <p:tags r:id="rId17"/>
            </p:custDataLst>
          </p:nvPr>
        </p:nvSpPr>
        <p:spPr>
          <a:xfrm>
            <a:off x="695960" y="6356350"/>
            <a:ext cx="2743200" cy="365125"/>
          </a:xfrm>
        </p:spPr>
        <p:txBody>
          <a:bodyPr/>
          <a:lstStyle>
            <a:lvl1pPr>
              <a:defRPr>
                <a:latin typeface="Arial" panose="020B0604020202020204" pitchFamily="34" charset="0"/>
              </a:defRPr>
            </a:lvl1pPr>
          </a:lstStyle>
          <a:p>
            <a:r>
              <a:rPr lang="en-US"/>
              <a:t>Date Area</a:t>
            </a:r>
            <a:endParaRPr lang="en-US"/>
          </a:p>
        </p:txBody>
      </p:sp>
      <p:sp>
        <p:nvSpPr>
          <p:cNvPr id="10" name="页脚占位符 9"/>
          <p:cNvSpPr>
            <a:spLocks noGrp="1"/>
          </p:cNvSpPr>
          <p:nvPr>
            <p:ph type="ftr" sz="quarter" idx="11"/>
            <p:custDataLst>
              <p:tags r:id="rId18"/>
            </p:custDataLst>
          </p:nvPr>
        </p:nvSpPr>
        <p:spPr>
          <a:xfrm>
            <a:off x="4038600" y="6356350"/>
            <a:ext cx="4114800" cy="365125"/>
          </a:xfrm>
        </p:spPr>
        <p:txBody>
          <a:bodyPr/>
          <a:lstStyle>
            <a:lvl1pPr>
              <a:defRPr>
                <a:latin typeface="Arial" panose="020B0604020202020204" pitchFamily="34" charset="0"/>
              </a:defRPr>
            </a:lvl1pPr>
          </a:lstStyle>
          <a:p>
            <a:endParaRPr lang="en-US"/>
          </a:p>
        </p:txBody>
      </p:sp>
      <p:sp>
        <p:nvSpPr>
          <p:cNvPr id="11" name="灯片编号占位符 10"/>
          <p:cNvSpPr>
            <a:spLocks noGrp="1"/>
          </p:cNvSpPr>
          <p:nvPr>
            <p:ph type="sldNum" sz="quarter" idx="12"/>
            <p:custDataLst>
              <p:tags r:id="rId19"/>
            </p:custDataLst>
          </p:nvPr>
        </p:nvSpPr>
        <p:spPr>
          <a:xfrm>
            <a:off x="8753983" y="6356350"/>
            <a:ext cx="2743200" cy="365125"/>
          </a:xfrm>
        </p:spPr>
        <p:txBody>
          <a:bodyPr/>
          <a:lstStyle>
            <a:lvl1pPr>
              <a:defRPr>
                <a:latin typeface="Arial" panose="020B0604020202020204" pitchFamily="34" charset="0"/>
              </a:defRPr>
            </a:lvl1pPr>
          </a:lstStyle>
          <a:p>
            <a:fld id="{565CE74E-AB26-4998-AD42-012C4C1AD076}" type="slidenum">
              <a:rPr lang="en-US" smtClean="0"/>
            </a:fld>
            <a:endParaRPr lang="en-US"/>
          </a:p>
        </p:txBody>
      </p:sp>
      <p:sp>
        <p:nvSpPr>
          <p:cNvPr id="3" name="文本占位符 2"/>
          <p:cNvSpPr>
            <a:spLocks noGrp="1"/>
          </p:cNvSpPr>
          <p:nvPr>
            <p:ph type="body" idx="1"/>
            <p:custDataLst>
              <p:tags r:id="rId20"/>
            </p:custDataLst>
          </p:nvPr>
        </p:nvSpPr>
        <p:spPr>
          <a:xfrm>
            <a:off x="695960" y="1301749"/>
            <a:ext cx="10800000" cy="4873625"/>
          </a:xfrm>
          <a:prstGeom prst="rect">
            <a:avLst/>
          </a:prstGeom>
          <a:ln>
            <a:noFill/>
            <a:prstDash val="sysDash"/>
          </a:ln>
        </p:spPr>
        <p:txBody>
          <a:bodyPr vert="horz" lIns="90000" tIns="46800" rIns="90000" bIns="46800" rtlCol="0">
            <a:normAutofit/>
          </a:bodyPr>
          <a:lstStyle/>
          <a:p>
            <a:pPr marR="0" lvl="0" fontAlgn="auto">
              <a:lnSpc>
                <a:spcPct val="130000"/>
              </a:lnSpc>
              <a:spcBef>
                <a:spcPts val="1200"/>
              </a:spcBef>
              <a:spcAft>
                <a:spcPts val="0"/>
              </a:spcAft>
              <a:buClr>
                <a:schemeClr val="accent1"/>
              </a:buClr>
              <a:buSzTx/>
              <a:buChar char="●"/>
            </a:pPr>
            <a:r>
              <a:rPr lang="en-US" dirty="0">
                <a:latin typeface="+mn-lt"/>
              </a:rPr>
              <a:t>Click to add text</a:t>
            </a:r>
            <a:endParaRPr lang="en-US" dirty="0"/>
          </a:p>
        </p:txBody>
      </p:sp>
      <p:sp>
        <p:nvSpPr>
          <p:cNvPr id="4" name="标题占位符 3"/>
          <p:cNvSpPr>
            <a:spLocks noGrp="1"/>
          </p:cNvSpPr>
          <p:nvPr>
            <p:ph type="title"/>
            <p:custDataLst>
              <p:tags r:id="rId21"/>
            </p:custDataLst>
          </p:nvPr>
        </p:nvSpPr>
        <p:spPr>
          <a:xfrm>
            <a:off x="695960" y="360000"/>
            <a:ext cx="10800000" cy="720000"/>
          </a:xfrm>
          <a:prstGeom prst="rect">
            <a:avLst/>
          </a:prstGeom>
          <a:noFill/>
          <a:ln>
            <a:noFill/>
            <a:prstDash val="sysDash"/>
          </a:ln>
        </p:spPr>
        <p:txBody>
          <a:bodyPr vert="horz" wrap="square" lIns="91440" tIns="45720" rIns="91440" bIns="45720" rtlCol="0" anchor="ctr">
            <a:normAutofit/>
          </a:bodyPr>
          <a:lstStyle/>
          <a:p>
            <a:pPr marL="0" marR="0" lvl="0" fontAlgn="auto">
              <a:lnSpc>
                <a:spcPct val="100000"/>
              </a:lnSpc>
              <a:buClrTx/>
              <a:buSzTx/>
              <a:buFontTx/>
            </a:pPr>
            <a:r>
              <a:rPr lang="en-US" dirty="0">
                <a:latin typeface="+mj-lt"/>
              </a:rPr>
              <a:t>Click to add title</a:t>
            </a:r>
            <a:endParaRPr lang="en-US" dirty="0"/>
          </a:p>
        </p:txBody>
      </p:sp>
      <p:sp>
        <p:nvSpPr>
          <p:cNvPr id="6" name="KSO_TEMPLATE" hidden="1"/>
          <p:cNvSpPr/>
          <p:nvPr userDrawn="1">
            <p:custDataLst>
              <p:tags r:id="rId2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kumimoji="0" lang="en-US" sz="3200" b="0" i="0" u="none" strike="noStrike" kern="1200" cap="none" spc="0" normalizeH="0" baseline="0" smtClean="0">
          <a:ln>
            <a:noFill/>
            <a:prstDash val="sysDot"/>
          </a:ln>
          <a:solidFill>
            <a:schemeClr val="accent2"/>
          </a:solidFill>
          <a:uFillTx/>
          <a:latin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0" lang="en-US" sz="1800" b="0" i="0" u="none" strike="noStrike" kern="1200" cap="none" spc="0" normalizeH="0" baseline="0" smtClean="0">
          <a:ln>
            <a:noFill/>
            <a:prstDash val="sysDot"/>
          </a:ln>
          <a:solidFill>
            <a:schemeClr val="tx1">
              <a:lumMod val="85000"/>
              <a:lumOff val="15000"/>
            </a:schemeClr>
          </a:solidFill>
          <a:uFillTx/>
          <a:latin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kumimoji="0" lang="en-US" sz="1600" b="0" i="0" u="none" strike="noStrike" kern="1200" cap="none" spc="150" normalizeH="0" baseline="0" smtClean="0">
          <a:ln>
            <a:noFill/>
            <a:prstDash val="sysDot"/>
          </a:ln>
          <a:solidFill>
            <a:schemeClr val="tx1">
              <a:lumMod val="50000"/>
              <a:lumOff val="50000"/>
            </a:schemeClr>
          </a:solidFill>
          <a:uFillTx/>
          <a:latin typeface="+mn-ea"/>
        </a:defRPr>
      </a:lvl2pPr>
      <a:lvl3pPr marL="1143000" indent="-228600" algn="l" defTabSz="914400" rtl="0" eaLnBrk="1" latinLnBrk="0" hangingPunct="1">
        <a:lnSpc>
          <a:spcPct val="90000"/>
        </a:lnSpc>
        <a:spcBef>
          <a:spcPts val="500"/>
        </a:spcBef>
        <a:buFont typeface="Arial" panose="020B0604020202020204" pitchFamily="34" charset="0"/>
        <a:buChar char="•"/>
        <a:defRPr kumimoji="0" lang="en-US" sz="1600" b="0" i="0" u="none" strike="noStrike" kern="1200" cap="none" spc="150" normalizeH="0" baseline="0" smtClean="0">
          <a:ln>
            <a:noFill/>
            <a:prstDash val="sysDot"/>
          </a:ln>
          <a:solidFill>
            <a:schemeClr val="tx1">
              <a:lumMod val="50000"/>
              <a:lumOff val="50000"/>
            </a:schemeClr>
          </a:solidFill>
          <a:uFillTx/>
          <a:latin typeface="+mn-ea"/>
        </a:defRPr>
      </a:lvl3pPr>
      <a:lvl4pPr marL="1600200" indent="-228600" algn="l" defTabSz="914400" rtl="0" eaLnBrk="1" latinLnBrk="0" hangingPunct="1">
        <a:lnSpc>
          <a:spcPct val="90000"/>
        </a:lnSpc>
        <a:spcBef>
          <a:spcPts val="500"/>
        </a:spcBef>
        <a:buFont typeface="Arial" panose="020B0604020202020204" pitchFamily="34" charset="0"/>
        <a:buChar char="•"/>
        <a:defRPr kumimoji="0" lang="en-US" sz="1400" b="0" i="0" u="none" strike="noStrike" kern="1200" cap="none" spc="150" normalizeH="0" baseline="0" smtClean="0">
          <a:ln>
            <a:noFill/>
            <a:prstDash val="sysDot"/>
          </a:ln>
          <a:solidFill>
            <a:schemeClr val="tx1">
              <a:lumMod val="50000"/>
              <a:lumOff val="50000"/>
            </a:schemeClr>
          </a:solidFill>
          <a:uFillTx/>
          <a:latin typeface="+mn-ea"/>
        </a:defRPr>
      </a:lvl4pPr>
      <a:lvl5pPr marL="2057400" indent="-228600" algn="l" defTabSz="914400" rtl="0" eaLnBrk="1" latinLnBrk="0" hangingPunct="1">
        <a:lnSpc>
          <a:spcPct val="90000"/>
        </a:lnSpc>
        <a:spcBef>
          <a:spcPts val="500"/>
        </a:spcBef>
        <a:buFont typeface="Arial" panose="020B0604020202020204" pitchFamily="34" charset="0"/>
        <a:buChar char="•"/>
        <a:defRPr kumimoji="0" lang="en-US" sz="1400" b="0" i="0" u="none" strike="noStrike" kern="1200" cap="none" spc="150" normalizeH="0" baseline="0" smtClean="0">
          <a:ln>
            <a:noFill/>
            <a:prstDash val="sysDot"/>
          </a:ln>
          <a:solidFill>
            <a:schemeClr val="tx1">
              <a:lumMod val="50000"/>
              <a:lumOff val="50000"/>
            </a:schemeClr>
          </a:solidFill>
          <a:uFillTx/>
          <a:latin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548.xml"/><Relationship Id="rId3" Type="http://schemas.openxmlformats.org/officeDocument/2006/relationships/tags" Target="../tags/tag547.xml"/><Relationship Id="rId2" Type="http://schemas.openxmlformats.org/officeDocument/2006/relationships/tags" Target="../tags/tag546.xml"/><Relationship Id="rId1" Type="http://schemas.openxmlformats.org/officeDocument/2006/relationships/tags" Target="../tags/tag545.xml"/></Relationships>
</file>

<file path=ppt/slides/_rels/slide2.xml.rels><?xml version="1.0" encoding="UTF-8" standalone="yes"?>
<Relationships xmlns="http://schemas.openxmlformats.org/package/2006/relationships"><Relationship Id="rId9" Type="http://schemas.openxmlformats.org/officeDocument/2006/relationships/tags" Target="../tags/tag557.xml"/><Relationship Id="rId8" Type="http://schemas.openxmlformats.org/officeDocument/2006/relationships/tags" Target="../tags/tag556.xml"/><Relationship Id="rId7" Type="http://schemas.openxmlformats.org/officeDocument/2006/relationships/tags" Target="../tags/tag555.xml"/><Relationship Id="rId6" Type="http://schemas.openxmlformats.org/officeDocument/2006/relationships/tags" Target="../tags/tag554.xml"/><Relationship Id="rId5" Type="http://schemas.openxmlformats.org/officeDocument/2006/relationships/tags" Target="../tags/tag553.xml"/><Relationship Id="rId4" Type="http://schemas.openxmlformats.org/officeDocument/2006/relationships/tags" Target="../tags/tag552.xml"/><Relationship Id="rId3" Type="http://schemas.openxmlformats.org/officeDocument/2006/relationships/tags" Target="../tags/tag551.xml"/><Relationship Id="rId2" Type="http://schemas.openxmlformats.org/officeDocument/2006/relationships/tags" Target="../tags/tag550.xml"/><Relationship Id="rId13" Type="http://schemas.openxmlformats.org/officeDocument/2006/relationships/slideLayout" Target="../slideLayouts/slideLayout3.xml"/><Relationship Id="rId12" Type="http://schemas.openxmlformats.org/officeDocument/2006/relationships/tags" Target="../tags/tag560.xml"/><Relationship Id="rId11" Type="http://schemas.openxmlformats.org/officeDocument/2006/relationships/tags" Target="../tags/tag559.xml"/><Relationship Id="rId10" Type="http://schemas.openxmlformats.org/officeDocument/2006/relationships/tags" Target="../tags/tag558.xml"/><Relationship Id="rId1" Type="http://schemas.openxmlformats.org/officeDocument/2006/relationships/tags" Target="../tags/tag549.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tags" Target="../tags/tag564.xml"/><Relationship Id="rId3" Type="http://schemas.openxmlformats.org/officeDocument/2006/relationships/tags" Target="../tags/tag563.xml"/><Relationship Id="rId2" Type="http://schemas.openxmlformats.org/officeDocument/2006/relationships/tags" Target="../tags/tag562.xml"/><Relationship Id="rId1" Type="http://schemas.openxmlformats.org/officeDocument/2006/relationships/tags" Target="../tags/tag561.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15.xml"/><Relationship Id="rId4" Type="http://schemas.openxmlformats.org/officeDocument/2006/relationships/tags" Target="../tags/tag568.xml"/><Relationship Id="rId3" Type="http://schemas.openxmlformats.org/officeDocument/2006/relationships/tags" Target="../tags/tag567.xml"/><Relationship Id="rId2" Type="http://schemas.openxmlformats.org/officeDocument/2006/relationships/tags" Target="../tags/tag566.xml"/><Relationship Id="rId1" Type="http://schemas.openxmlformats.org/officeDocument/2006/relationships/tags" Target="../tags/tag565.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6.xml"/><Relationship Id="rId4" Type="http://schemas.openxmlformats.org/officeDocument/2006/relationships/tags" Target="../tags/tag572.xml"/><Relationship Id="rId3" Type="http://schemas.openxmlformats.org/officeDocument/2006/relationships/tags" Target="../tags/tag571.xml"/><Relationship Id="rId2" Type="http://schemas.openxmlformats.org/officeDocument/2006/relationships/tags" Target="../tags/tag570.xml"/><Relationship Id="rId1" Type="http://schemas.openxmlformats.org/officeDocument/2006/relationships/tags" Target="../tags/tag569.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37.xml"/><Relationship Id="rId4" Type="http://schemas.openxmlformats.org/officeDocument/2006/relationships/tags" Target="../tags/tag576.xml"/><Relationship Id="rId3" Type="http://schemas.openxmlformats.org/officeDocument/2006/relationships/tags" Target="../tags/tag575.xml"/><Relationship Id="rId2" Type="http://schemas.openxmlformats.org/officeDocument/2006/relationships/tags" Target="../tags/tag574.xml"/><Relationship Id="rId1" Type="http://schemas.openxmlformats.org/officeDocument/2006/relationships/tags" Target="../tags/tag573.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6.xml"/><Relationship Id="rId4" Type="http://schemas.openxmlformats.org/officeDocument/2006/relationships/tags" Target="../tags/tag580.xml"/><Relationship Id="rId3" Type="http://schemas.openxmlformats.org/officeDocument/2006/relationships/tags" Target="../tags/tag579.xml"/><Relationship Id="rId2" Type="http://schemas.openxmlformats.org/officeDocument/2006/relationships/tags" Target="../tags/tag578.xml"/><Relationship Id="rId1" Type="http://schemas.openxmlformats.org/officeDocument/2006/relationships/tags" Target="../tags/tag57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582.xml"/><Relationship Id="rId1" Type="http://schemas.openxmlformats.org/officeDocument/2006/relationships/tags" Target="../tags/tag58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custDataLst>
              <p:tags r:id="rId1"/>
            </p:custDataLst>
          </p:nvPr>
        </p:nvSpPr>
        <p:spPr>
          <a:xfrm>
            <a:off x="4460086" y="583854"/>
            <a:ext cx="6724805" cy="876899"/>
          </a:xfrm>
        </p:spPr>
        <p:txBody>
          <a:bodyPr/>
          <a:lstStyle/>
          <a:p>
            <a:r>
              <a:rPr lang="en-US"/>
              <a:t>Click to add subtitle</a:t>
            </a:r>
            <a:endParaRPr lang="en-US"/>
          </a:p>
        </p:txBody>
      </p:sp>
      <p:sp>
        <p:nvSpPr>
          <p:cNvPr id="3" name="标题 2"/>
          <p:cNvSpPr>
            <a:spLocks noGrp="1"/>
          </p:cNvSpPr>
          <p:nvPr>
            <p:ph type="title" idx="2"/>
            <p:custDataLst>
              <p:tags r:id="rId2"/>
            </p:custDataLst>
          </p:nvPr>
        </p:nvSpPr>
        <p:spPr>
          <a:xfrm>
            <a:off x="4460240" y="1561719"/>
            <a:ext cx="6724650" cy="3353288"/>
          </a:xfrm>
        </p:spPr>
        <p:txBody>
          <a:bodyPr anchor="ctr" anchorCtr="0"/>
          <a:lstStyle/>
          <a:p>
            <a:pPr algn="ctr"/>
            <a:r>
              <a:rPr lang="en-IN" altLang="en-US"/>
              <a:t>Digital Banking Operations</a:t>
            </a:r>
            <a:endParaRPr lang="en-IN" altLang="en-US"/>
          </a:p>
        </p:txBody>
      </p:sp>
      <p:sp>
        <p:nvSpPr>
          <p:cNvPr id="9" name="文本占位符 8"/>
          <p:cNvSpPr>
            <a:spLocks noGrp="1"/>
          </p:cNvSpPr>
          <p:nvPr>
            <p:ph type="body" sz="quarter" idx="17"/>
            <p:custDataLst>
              <p:tags r:id="rId3"/>
            </p:custDataLst>
          </p:nvPr>
        </p:nvSpPr>
        <p:spPr>
          <a:xfrm>
            <a:off x="9241155" y="5232400"/>
            <a:ext cx="2426335" cy="894080"/>
          </a:xfrm>
        </p:spPr>
        <p:txBody>
          <a:bodyPr>
            <a:normAutofit fontScale="70000"/>
          </a:bodyPr>
          <a:lstStyle/>
          <a:p>
            <a:r>
              <a:rPr lang="en-IN" altLang="en-US"/>
              <a:t>Presented by </a:t>
            </a:r>
            <a:endParaRPr lang="en-IN" altLang="en-US"/>
          </a:p>
          <a:p>
            <a:r>
              <a:rPr lang="en-IN" altLang="en-US"/>
              <a:t>Mitali Chaukade</a:t>
            </a:r>
            <a:endParaRPr lang="en-IN" altLang="en-US"/>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bg2"/>
            </a:gs>
            <a:gs pos="100000">
              <a:schemeClr val="tx2"/>
            </a:gs>
          </a:gsLst>
          <a:lin ang="2700000" scaled="0"/>
        </a:gradFill>
        <a:effectLst/>
      </p:bgPr>
    </p:bg>
    <p:spTree>
      <p:nvGrpSpPr>
        <p:cNvPr id="1" name=""/>
        <p:cNvGrpSpPr/>
        <p:nvPr/>
      </p:nvGrpSpPr>
      <p:grpSpPr>
        <a:xfrm>
          <a:off x="0" y="0"/>
          <a:ext cx="0" cy="0"/>
          <a:chOff x="0" y="0"/>
          <a:chExt cx="0" cy="0"/>
        </a:xfrm>
      </p:grpSpPr>
      <p:sp>
        <p:nvSpPr>
          <p:cNvPr id="7" name="标题 6"/>
          <p:cNvSpPr>
            <a:spLocks noGrp="1"/>
          </p:cNvSpPr>
          <p:nvPr>
            <p:ph type="title" idx="1"/>
            <p:custDataLst>
              <p:tags r:id="rId1"/>
            </p:custDataLst>
          </p:nvPr>
        </p:nvSpPr>
        <p:spPr>
          <a:xfrm>
            <a:off x="1739264" y="1067435"/>
            <a:ext cx="4524597" cy="907415"/>
          </a:xfrm>
        </p:spPr>
        <p:txBody>
          <a:bodyPr/>
          <a:lstStyle/>
          <a:p>
            <a:r>
              <a:rPr lang="en-US"/>
              <a:t>Contents </a:t>
            </a:r>
            <a:endParaRPr lang="en-US"/>
          </a:p>
        </p:txBody>
      </p:sp>
      <p:sp>
        <p:nvSpPr>
          <p:cNvPr id="2" name="序号"/>
          <p:cNvSpPr txBox="1"/>
          <p:nvPr>
            <p:custDataLst>
              <p:tags r:id="rId2"/>
            </p:custDataLst>
          </p:nvPr>
        </p:nvSpPr>
        <p:spPr>
          <a:xfrm>
            <a:off x="6281158" y="1139530"/>
            <a:ext cx="741389" cy="741389"/>
          </a:xfrm>
          <a:prstGeom prst="ellipse">
            <a:avLst/>
          </a:prstGeom>
          <a:gradFill>
            <a:gsLst>
              <a:gs pos="0">
                <a:schemeClr val="accent1">
                  <a:lumMod val="60000"/>
                  <a:lumOff val="40000"/>
                  <a:alpha val="80000"/>
                </a:schemeClr>
              </a:gs>
              <a:gs pos="100000">
                <a:schemeClr val="accent2"/>
              </a:gs>
            </a:gsLst>
            <a:lin ang="9600000" scaled="0"/>
          </a:gradFill>
        </p:spPr>
        <p:txBody>
          <a:bodyPr wrap="none" lIns="0" tIns="0" rIns="0" bIns="0" rtlCol="0" anchor="ctr">
            <a:noAutofit/>
          </a:bodyPr>
          <a:p>
            <a:pPr algn="ctr"/>
            <a:r>
              <a:rPr lang="en-US" sz="2000" b="1" dirty="0">
                <a:solidFill>
                  <a:schemeClr val="bg1"/>
                </a:solidFill>
                <a:latin typeface="+mj-lt"/>
              </a:rPr>
              <a:t>01</a:t>
            </a:r>
            <a:endParaRPr lang="en-US" sz="2000" b="1" dirty="0">
              <a:solidFill>
                <a:schemeClr val="bg1"/>
              </a:solidFill>
              <a:latin typeface="+mj-ea"/>
            </a:endParaRPr>
          </a:p>
        </p:txBody>
      </p:sp>
      <p:sp>
        <p:nvSpPr>
          <p:cNvPr id="3" name="标题"/>
          <p:cNvSpPr txBox="1"/>
          <p:nvPr>
            <p:custDataLst>
              <p:tags r:id="rId3"/>
            </p:custDataLst>
          </p:nvPr>
        </p:nvSpPr>
        <p:spPr>
          <a:xfrm>
            <a:off x="7259021" y="1028768"/>
            <a:ext cx="3275202" cy="962914"/>
          </a:xfrm>
          <a:prstGeom prst="rect">
            <a:avLst/>
          </a:prstGeom>
          <a:noFill/>
        </p:spPr>
        <p:txBody>
          <a:bodyPr wrap="square" lIns="0" tIns="0" rIns="0" bIns="0" rtlCol="0" anchor="ctr">
            <a:normAutofit/>
          </a:bodyPr>
          <a:p>
            <a:pPr marL="0" indent="0" algn="l">
              <a:lnSpc>
                <a:spcPct val="100000"/>
              </a:lnSpc>
              <a:spcBef>
                <a:spcPts val="0"/>
              </a:spcBef>
              <a:spcAft>
                <a:spcPts val="0"/>
              </a:spcAft>
              <a:buSzPct val="100000"/>
            </a:pPr>
            <a:r>
              <a:rPr lang="en-IN" altLang="en-US" sz="2400" b="1" dirty="0">
                <a:solidFill>
                  <a:schemeClr val="accent2"/>
                </a:solidFill>
                <a:latin typeface="+mj-lt"/>
              </a:rPr>
              <a:t>Problem</a:t>
            </a:r>
            <a:endParaRPr lang="en-IN" altLang="en-US" sz="2400" b="1" dirty="0">
              <a:solidFill>
                <a:schemeClr val="accent2"/>
              </a:solidFill>
              <a:latin typeface="+mj-lt"/>
            </a:endParaRPr>
          </a:p>
        </p:txBody>
      </p:sp>
      <p:sp>
        <p:nvSpPr>
          <p:cNvPr id="4" name="序号"/>
          <p:cNvSpPr txBox="1"/>
          <p:nvPr>
            <p:custDataLst>
              <p:tags r:id="rId4"/>
            </p:custDataLst>
          </p:nvPr>
        </p:nvSpPr>
        <p:spPr>
          <a:xfrm>
            <a:off x="6281158" y="2291371"/>
            <a:ext cx="741389" cy="741389"/>
          </a:xfrm>
          <a:prstGeom prst="ellipse">
            <a:avLst/>
          </a:prstGeom>
          <a:gradFill>
            <a:gsLst>
              <a:gs pos="0">
                <a:schemeClr val="accent1">
                  <a:lumMod val="60000"/>
                  <a:lumOff val="40000"/>
                  <a:alpha val="80000"/>
                </a:schemeClr>
              </a:gs>
              <a:gs pos="100000">
                <a:schemeClr val="accent2"/>
              </a:gs>
            </a:gsLst>
            <a:lin ang="9600000" scaled="0"/>
          </a:gradFill>
        </p:spPr>
        <p:txBody>
          <a:bodyPr wrap="none" lIns="0" tIns="0" rIns="0" bIns="0" rtlCol="0" anchor="ctr">
            <a:noAutofit/>
          </a:bodyPr>
          <a:p>
            <a:pPr algn="ctr"/>
            <a:r>
              <a:rPr lang="en-US" sz="2000" b="1" dirty="0">
                <a:solidFill>
                  <a:schemeClr val="bg1"/>
                </a:solidFill>
                <a:latin typeface="+mj-lt"/>
              </a:rPr>
              <a:t>02</a:t>
            </a:r>
            <a:endParaRPr lang="en-US" sz="2000" b="1" dirty="0">
              <a:solidFill>
                <a:schemeClr val="bg1"/>
              </a:solidFill>
              <a:latin typeface="+mj-ea"/>
            </a:endParaRPr>
          </a:p>
        </p:txBody>
      </p:sp>
      <p:sp>
        <p:nvSpPr>
          <p:cNvPr id="5" name="标题"/>
          <p:cNvSpPr txBox="1"/>
          <p:nvPr>
            <p:custDataLst>
              <p:tags r:id="rId5"/>
            </p:custDataLst>
          </p:nvPr>
        </p:nvSpPr>
        <p:spPr>
          <a:xfrm>
            <a:off x="7259021" y="2180608"/>
            <a:ext cx="3275202" cy="962914"/>
          </a:xfrm>
          <a:prstGeom prst="rect">
            <a:avLst/>
          </a:prstGeom>
          <a:noFill/>
        </p:spPr>
        <p:txBody>
          <a:bodyPr wrap="square" lIns="0" tIns="0" rIns="0" bIns="0" rtlCol="0" anchor="ctr">
            <a:normAutofit/>
          </a:bodyPr>
          <a:p>
            <a:pPr marL="0" indent="0" algn="l">
              <a:lnSpc>
                <a:spcPct val="100000"/>
              </a:lnSpc>
              <a:spcBef>
                <a:spcPts val="0"/>
              </a:spcBef>
              <a:spcAft>
                <a:spcPts val="0"/>
              </a:spcAft>
              <a:buSzPct val="100000"/>
            </a:pPr>
            <a:r>
              <a:rPr lang="en-IN" altLang="en-US" sz="2400" b="1" dirty="0">
                <a:solidFill>
                  <a:schemeClr val="accent2"/>
                </a:solidFill>
                <a:latin typeface="+mj-lt"/>
              </a:rPr>
              <a:t>Approach</a:t>
            </a:r>
            <a:endParaRPr lang="en-IN" altLang="en-US" sz="2400" b="1" dirty="0">
              <a:solidFill>
                <a:schemeClr val="accent2"/>
              </a:solidFill>
              <a:latin typeface="+mj-lt"/>
            </a:endParaRPr>
          </a:p>
        </p:txBody>
      </p:sp>
      <p:sp>
        <p:nvSpPr>
          <p:cNvPr id="6" name="序号"/>
          <p:cNvSpPr txBox="1"/>
          <p:nvPr>
            <p:custDataLst>
              <p:tags r:id="rId6"/>
            </p:custDataLst>
          </p:nvPr>
        </p:nvSpPr>
        <p:spPr>
          <a:xfrm>
            <a:off x="6281158" y="3443211"/>
            <a:ext cx="741389" cy="741389"/>
          </a:xfrm>
          <a:prstGeom prst="ellipse">
            <a:avLst/>
          </a:prstGeom>
          <a:gradFill>
            <a:gsLst>
              <a:gs pos="0">
                <a:schemeClr val="accent1">
                  <a:lumMod val="60000"/>
                  <a:lumOff val="40000"/>
                  <a:alpha val="80000"/>
                </a:schemeClr>
              </a:gs>
              <a:gs pos="100000">
                <a:schemeClr val="accent2"/>
              </a:gs>
            </a:gsLst>
            <a:lin ang="9600000" scaled="0"/>
          </a:gradFill>
        </p:spPr>
        <p:txBody>
          <a:bodyPr wrap="none" lIns="0" tIns="0" rIns="0" bIns="0" rtlCol="0" anchor="ctr">
            <a:noAutofit/>
          </a:bodyPr>
          <a:p>
            <a:pPr algn="ctr"/>
            <a:r>
              <a:rPr lang="en-US" sz="2000" b="1" dirty="0">
                <a:solidFill>
                  <a:schemeClr val="bg1"/>
                </a:solidFill>
                <a:latin typeface="+mj-lt"/>
              </a:rPr>
              <a:t>03</a:t>
            </a:r>
            <a:endParaRPr lang="en-US" sz="2000" b="1" dirty="0">
              <a:solidFill>
                <a:schemeClr val="bg1"/>
              </a:solidFill>
              <a:latin typeface="+mj-ea"/>
            </a:endParaRPr>
          </a:p>
        </p:txBody>
      </p:sp>
      <p:sp>
        <p:nvSpPr>
          <p:cNvPr id="10" name="标题"/>
          <p:cNvSpPr txBox="1"/>
          <p:nvPr>
            <p:custDataLst>
              <p:tags r:id="rId7"/>
            </p:custDataLst>
          </p:nvPr>
        </p:nvSpPr>
        <p:spPr>
          <a:xfrm>
            <a:off x="7259021" y="3332448"/>
            <a:ext cx="3275202" cy="962914"/>
          </a:xfrm>
          <a:prstGeom prst="rect">
            <a:avLst/>
          </a:prstGeom>
          <a:noFill/>
        </p:spPr>
        <p:txBody>
          <a:bodyPr wrap="square" lIns="0" tIns="0" rIns="0" bIns="0" rtlCol="0" anchor="ctr">
            <a:normAutofit/>
          </a:bodyPr>
          <a:p>
            <a:pPr marL="0" indent="0" algn="l">
              <a:lnSpc>
                <a:spcPct val="100000"/>
              </a:lnSpc>
              <a:spcBef>
                <a:spcPts val="0"/>
              </a:spcBef>
              <a:spcAft>
                <a:spcPts val="0"/>
              </a:spcAft>
              <a:buSzPct val="100000"/>
            </a:pPr>
            <a:r>
              <a:rPr lang="en-IN" altLang="en-US" sz="2400" b="1" dirty="0">
                <a:solidFill>
                  <a:schemeClr val="accent2"/>
                </a:solidFill>
                <a:latin typeface="+mj-lt"/>
              </a:rPr>
              <a:t>Findings</a:t>
            </a:r>
            <a:endParaRPr lang="en-IN" altLang="en-US" sz="2400" b="1" dirty="0">
              <a:solidFill>
                <a:schemeClr val="accent2"/>
              </a:solidFill>
              <a:latin typeface="+mj-lt"/>
            </a:endParaRPr>
          </a:p>
        </p:txBody>
      </p:sp>
      <p:sp>
        <p:nvSpPr>
          <p:cNvPr id="11" name="序号"/>
          <p:cNvSpPr txBox="1"/>
          <p:nvPr>
            <p:custDataLst>
              <p:tags r:id="rId8"/>
            </p:custDataLst>
          </p:nvPr>
        </p:nvSpPr>
        <p:spPr>
          <a:xfrm>
            <a:off x="6281158" y="4595051"/>
            <a:ext cx="741389" cy="741389"/>
          </a:xfrm>
          <a:prstGeom prst="ellipse">
            <a:avLst/>
          </a:prstGeom>
          <a:gradFill>
            <a:gsLst>
              <a:gs pos="0">
                <a:schemeClr val="accent1">
                  <a:lumMod val="60000"/>
                  <a:lumOff val="40000"/>
                  <a:alpha val="80000"/>
                </a:schemeClr>
              </a:gs>
              <a:gs pos="100000">
                <a:schemeClr val="accent2"/>
              </a:gs>
            </a:gsLst>
            <a:lin ang="9600000" scaled="0"/>
          </a:gradFill>
        </p:spPr>
        <p:txBody>
          <a:bodyPr wrap="none" lIns="0" tIns="0" rIns="0" bIns="0" rtlCol="0" anchor="ctr">
            <a:noAutofit/>
          </a:bodyPr>
          <a:p>
            <a:pPr algn="ctr"/>
            <a:r>
              <a:rPr lang="en-US" sz="2000" b="1" dirty="0">
                <a:solidFill>
                  <a:schemeClr val="bg1"/>
                </a:solidFill>
                <a:latin typeface="+mj-lt"/>
              </a:rPr>
              <a:t>04</a:t>
            </a:r>
            <a:endParaRPr lang="en-US" sz="2000" b="1" dirty="0">
              <a:solidFill>
                <a:schemeClr val="bg1"/>
              </a:solidFill>
              <a:latin typeface="+mj-ea"/>
            </a:endParaRPr>
          </a:p>
        </p:txBody>
      </p:sp>
      <p:sp>
        <p:nvSpPr>
          <p:cNvPr id="14" name="标题"/>
          <p:cNvSpPr txBox="1"/>
          <p:nvPr>
            <p:custDataLst>
              <p:tags r:id="rId9"/>
            </p:custDataLst>
          </p:nvPr>
        </p:nvSpPr>
        <p:spPr>
          <a:xfrm>
            <a:off x="7259021" y="4484289"/>
            <a:ext cx="3275202" cy="962914"/>
          </a:xfrm>
          <a:prstGeom prst="rect">
            <a:avLst/>
          </a:prstGeom>
          <a:noFill/>
        </p:spPr>
        <p:txBody>
          <a:bodyPr wrap="square" lIns="0" tIns="0" rIns="0" bIns="0" rtlCol="0" anchor="ctr">
            <a:normAutofit/>
          </a:bodyPr>
          <a:p>
            <a:pPr marL="0" indent="0" algn="l">
              <a:lnSpc>
                <a:spcPct val="100000"/>
              </a:lnSpc>
              <a:spcBef>
                <a:spcPts val="0"/>
              </a:spcBef>
              <a:spcAft>
                <a:spcPts val="0"/>
              </a:spcAft>
              <a:buSzPct val="100000"/>
            </a:pPr>
            <a:r>
              <a:rPr lang="en-IN" altLang="en-US" sz="2400" b="1" dirty="0">
                <a:solidFill>
                  <a:schemeClr val="accent2"/>
                </a:solidFill>
                <a:latin typeface="+mj-lt"/>
              </a:rPr>
              <a:t>Recommendations</a:t>
            </a:r>
            <a:endParaRPr lang="en-IN" altLang="en-US" sz="2400" b="1" dirty="0">
              <a:solidFill>
                <a:schemeClr val="accent2"/>
              </a:solidFill>
              <a:latin typeface="+mj-lt"/>
            </a:endParaRPr>
          </a:p>
        </p:txBody>
      </p:sp>
      <p:sp>
        <p:nvSpPr>
          <p:cNvPr id="19" name="序号"/>
          <p:cNvSpPr txBox="1"/>
          <p:nvPr>
            <p:custDataLst>
              <p:tags r:id="rId10"/>
            </p:custDataLst>
          </p:nvPr>
        </p:nvSpPr>
        <p:spPr>
          <a:xfrm>
            <a:off x="6281158" y="5746891"/>
            <a:ext cx="741389" cy="741389"/>
          </a:xfrm>
          <a:prstGeom prst="ellipse">
            <a:avLst/>
          </a:prstGeom>
          <a:gradFill>
            <a:gsLst>
              <a:gs pos="0">
                <a:schemeClr val="accent1">
                  <a:lumMod val="60000"/>
                  <a:lumOff val="40000"/>
                  <a:alpha val="80000"/>
                </a:schemeClr>
              </a:gs>
              <a:gs pos="100000">
                <a:schemeClr val="accent2"/>
              </a:gs>
            </a:gsLst>
            <a:lin ang="9600000" scaled="0"/>
          </a:gradFill>
        </p:spPr>
        <p:txBody>
          <a:bodyPr wrap="none" lIns="0" tIns="0" rIns="0" bIns="0" rtlCol="0" anchor="ctr">
            <a:noAutofit/>
          </a:bodyPr>
          <a:p>
            <a:pPr algn="ctr"/>
            <a:r>
              <a:rPr lang="en-US" sz="2000" b="1" dirty="0">
                <a:solidFill>
                  <a:schemeClr val="bg1"/>
                </a:solidFill>
                <a:latin typeface="+mj-lt"/>
              </a:rPr>
              <a:t>05</a:t>
            </a:r>
            <a:endParaRPr lang="en-US" sz="2000" b="1" dirty="0">
              <a:solidFill>
                <a:schemeClr val="bg1"/>
              </a:solidFill>
              <a:latin typeface="+mj-ea"/>
            </a:endParaRPr>
          </a:p>
        </p:txBody>
      </p:sp>
      <p:sp>
        <p:nvSpPr>
          <p:cNvPr id="20" name="标题"/>
          <p:cNvSpPr txBox="1"/>
          <p:nvPr>
            <p:custDataLst>
              <p:tags r:id="rId11"/>
            </p:custDataLst>
          </p:nvPr>
        </p:nvSpPr>
        <p:spPr>
          <a:xfrm>
            <a:off x="7259021" y="5636129"/>
            <a:ext cx="3275202" cy="962914"/>
          </a:xfrm>
          <a:prstGeom prst="rect">
            <a:avLst/>
          </a:prstGeom>
          <a:noFill/>
        </p:spPr>
        <p:txBody>
          <a:bodyPr wrap="square" lIns="0" tIns="0" rIns="0" bIns="0" rtlCol="0" anchor="ctr">
            <a:normAutofit/>
          </a:bodyPr>
          <a:p>
            <a:r>
              <a:rPr lang="en-US" sz="2400" b="1" dirty="0">
                <a:solidFill>
                  <a:schemeClr val="accent2"/>
                </a:solidFill>
                <a:latin typeface="+mj-lt"/>
              </a:rPr>
              <a:t>Final Conclusion</a:t>
            </a:r>
            <a:endParaRPr lang="en-US" sz="2400" b="1" dirty="0">
              <a:solidFill>
                <a:schemeClr val="accent2"/>
              </a:solidFill>
              <a:latin typeface="+mj-lt"/>
            </a:endParaRPr>
          </a:p>
        </p:txBody>
      </p:sp>
    </p:spTree>
    <p:custDataLst>
      <p:tags r:id="rId1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bg2"/>
            </a:gs>
            <a:gs pos="100000">
              <a:schemeClr val="tx2"/>
            </a:gs>
          </a:gsLst>
          <a:lin ang="2700000" scaled="0"/>
        </a:gradFill>
        <a:effectLst/>
      </p:bgPr>
    </p:bg>
    <p:spTree>
      <p:nvGrpSpPr>
        <p:cNvPr id="1" name=""/>
        <p:cNvGrpSpPr/>
        <p:nvPr/>
      </p:nvGrpSpPr>
      <p:grpSpPr>
        <a:xfrm>
          <a:off x="0" y="0"/>
          <a:ext cx="0" cy="0"/>
          <a:chOff x="0" y="0"/>
          <a:chExt cx="0" cy="0"/>
        </a:xfrm>
      </p:grpSpPr>
      <p:sp>
        <p:nvSpPr>
          <p:cNvPr id="2" name="标题 1"/>
          <p:cNvSpPr>
            <a:spLocks noGrp="1"/>
          </p:cNvSpPr>
          <p:nvPr>
            <p:ph type="title" idx="2"/>
            <p:custDataLst>
              <p:tags r:id="rId1"/>
            </p:custDataLst>
          </p:nvPr>
        </p:nvSpPr>
        <p:spPr>
          <a:xfrm>
            <a:off x="7521575" y="1489710"/>
            <a:ext cx="3336290" cy="1152525"/>
          </a:xfrm>
        </p:spPr>
        <p:txBody>
          <a:bodyPr>
            <a:normAutofit/>
          </a:bodyPr>
          <a:lstStyle/>
          <a:p>
            <a:pPr algn="ctr"/>
            <a:r>
              <a:rPr lang="en-IN" altLang="en-US"/>
              <a:t>Probem</a:t>
            </a:r>
            <a:endParaRPr lang="en-IN" altLang="en-US"/>
          </a:p>
        </p:txBody>
      </p:sp>
      <p:sp>
        <p:nvSpPr>
          <p:cNvPr id="3" name="文本占位符 2"/>
          <p:cNvSpPr>
            <a:spLocks noGrp="1"/>
          </p:cNvSpPr>
          <p:nvPr>
            <p:ph type="body" idx="1"/>
            <p:custDataLst>
              <p:tags r:id="rId2"/>
            </p:custDataLst>
          </p:nvPr>
        </p:nvSpPr>
        <p:spPr>
          <a:xfrm>
            <a:off x="7692390" y="337820"/>
            <a:ext cx="2995295" cy="1151890"/>
          </a:xfrm>
        </p:spPr>
        <p:txBody>
          <a:bodyPr/>
          <a:lstStyle/>
          <a:p>
            <a:pPr algn="ctr"/>
            <a:r>
              <a:rPr lang="en-IN" altLang="en-US" b="1"/>
              <a:t>Part One</a:t>
            </a:r>
            <a:endParaRPr lang="en-IN" altLang="en-US" b="1"/>
          </a:p>
        </p:txBody>
      </p:sp>
      <p:sp>
        <p:nvSpPr>
          <p:cNvPr id="4" name="标题 1"/>
          <p:cNvSpPr>
            <a:spLocks noGrp="1"/>
          </p:cNvSpPr>
          <p:nvPr>
            <p:custDataLst>
              <p:tags r:id="rId3"/>
            </p:custDataLst>
          </p:nvPr>
        </p:nvSpPr>
        <p:spPr>
          <a:xfrm>
            <a:off x="5054600" y="2798445"/>
            <a:ext cx="7003415" cy="3656330"/>
          </a:xfrm>
          <a:prstGeom prst="rect">
            <a:avLst/>
          </a:prstGeom>
          <a:noFill/>
          <a:ln>
            <a:noFill/>
            <a:prstDash val="sysDash"/>
          </a:ln>
        </p:spPr>
        <p:txBody>
          <a:bodyPr vert="horz" wrap="square" lIns="0" tIns="0" rIns="0" bIns="0" rtlCol="0" anchor="t">
            <a:normAutofit/>
          </a:bodyPr>
          <a:lstStyle>
            <a:lvl1pPr marL="0" marR="0" algn="r" defTabSz="914400" rtl="0" eaLnBrk="1" fontAlgn="auto" latinLnBrk="0" hangingPunct="1">
              <a:lnSpc>
                <a:spcPct val="100000"/>
              </a:lnSpc>
              <a:spcBef>
                <a:spcPct val="0"/>
              </a:spcBef>
              <a:buClrTx/>
              <a:buSzTx/>
              <a:buFontTx/>
              <a:buNone/>
              <a:defRPr kumimoji="0" lang="en-US" sz="6000" b="1" i="0" u="none" strike="noStrike" kern="1200" cap="none" spc="0" normalizeH="0" baseline="0" noProof="1" dirty="0" smtClean="0">
                <a:ln>
                  <a:noFill/>
                  <a:prstDash val="sysDot"/>
                </a:ln>
                <a:gradFill>
                  <a:gsLst>
                    <a:gs pos="20000">
                      <a:schemeClr val="accent2"/>
                    </a:gs>
                    <a:gs pos="100000">
                      <a:schemeClr val="accent1">
                        <a:lumMod val="60000"/>
                        <a:lumOff val="40000"/>
                      </a:schemeClr>
                    </a:gs>
                  </a:gsLst>
                  <a:lin ang="4800000" scaled="0"/>
                </a:gradFill>
                <a:uFillTx/>
                <a:latin typeface="+mj-lt"/>
              </a:defRPr>
            </a:lvl1pPr>
          </a:lstStyle>
          <a:p>
            <a:pPr algn="l"/>
            <a:r>
              <a:rPr lang="en-US" altLang="en-US" sz="2600">
                <a:latin typeface="Comic Sans MS" panose="030F0702030302020204" charset="0"/>
                <a:cs typeface="Comic Sans MS" panose="030F0702030302020204" charset="0"/>
              </a:rPr>
              <a:t>•</a:t>
            </a:r>
            <a:r>
              <a:rPr lang="en-US" altLang="en-US" sz="2600" b="0">
                <a:latin typeface="Comic Sans MS" panose="030F0702030302020204" charset="0"/>
                <a:cs typeface="Comic Sans MS" panose="030F0702030302020204" charset="0"/>
              </a:rPr>
              <a:t>The bank faced challenges in</a:t>
            </a:r>
            <a:r>
              <a:rPr lang="en-IN" altLang="en-US" sz="2600" b="0">
                <a:latin typeface="Comic Sans MS" panose="030F0702030302020204" charset="0"/>
                <a:cs typeface="Comic Sans MS" panose="030F0702030302020204" charset="0"/>
              </a:rPr>
              <a:t> </a:t>
            </a:r>
            <a:r>
              <a:rPr lang="en-US" altLang="en-US" sz="2600" b="0">
                <a:latin typeface="Comic Sans MS" panose="030F0702030302020204" charset="0"/>
                <a:cs typeface="Comic Sans MS" panose="030F0702030302020204" charset="0"/>
              </a:rPr>
              <a:t>monitoring transaction failures, customer complaints, high-value customer activity, and loan repayment risks. </a:t>
            </a:r>
            <a:endParaRPr lang="en-US" altLang="en-US" sz="2600" b="0">
              <a:latin typeface="Comic Sans MS" panose="030F0702030302020204" charset="0"/>
              <a:cs typeface="Comic Sans MS" panose="030F0702030302020204" charset="0"/>
            </a:endParaRPr>
          </a:p>
          <a:p>
            <a:pPr algn="l"/>
            <a:r>
              <a:rPr altLang="en-US" sz="2600">
                <a:latin typeface="Comic Sans MS" panose="030F0702030302020204" charset="0"/>
                <a:cs typeface="Comic Sans MS" panose="030F0702030302020204" charset="0"/>
                <a:sym typeface="+mn-ea"/>
              </a:rPr>
              <a:t>•</a:t>
            </a:r>
            <a:r>
              <a:rPr lang="en-US" altLang="en-US" sz="2600" b="0">
                <a:latin typeface="Comic Sans MS" panose="030F0702030302020204" charset="0"/>
                <a:cs typeface="Comic Sans MS" panose="030F0702030302020204" charset="0"/>
              </a:rPr>
              <a:t>These operational inefficiencies affected customer satisfaction, financial performance, and risk management.</a:t>
            </a:r>
            <a:endParaRPr lang="en-US" altLang="en-US" sz="2600" b="0">
              <a:latin typeface="Comic Sans MS" panose="030F0702030302020204" charset="0"/>
              <a:cs typeface="Comic Sans MS" panose="030F0702030302020204" charset="0"/>
            </a:endParaRPr>
          </a:p>
        </p:txBody>
      </p:sp>
    </p:spTree>
    <p:custDataLst>
      <p:tags r:id="rId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bg2"/>
            </a:gs>
            <a:gs pos="100000">
              <a:schemeClr val="tx2"/>
            </a:gs>
          </a:gsLst>
          <a:lin ang="2700000" scaled="0"/>
        </a:gradFill>
        <a:effectLst/>
      </p:bgPr>
    </p:bg>
    <p:spTree>
      <p:nvGrpSpPr>
        <p:cNvPr id="1" name=""/>
        <p:cNvGrpSpPr/>
        <p:nvPr/>
      </p:nvGrpSpPr>
      <p:grpSpPr>
        <a:xfrm>
          <a:off x="0" y="0"/>
          <a:ext cx="0" cy="0"/>
          <a:chOff x="0" y="0"/>
          <a:chExt cx="0" cy="0"/>
        </a:xfrm>
      </p:grpSpPr>
      <p:sp>
        <p:nvSpPr>
          <p:cNvPr id="2" name="标题 1"/>
          <p:cNvSpPr>
            <a:spLocks noGrp="1"/>
          </p:cNvSpPr>
          <p:nvPr>
            <p:ph type="title" idx="2"/>
            <p:custDataLst>
              <p:tags r:id="rId1"/>
            </p:custDataLst>
          </p:nvPr>
        </p:nvSpPr>
        <p:spPr>
          <a:xfrm>
            <a:off x="5003165" y="2577465"/>
            <a:ext cx="6739255" cy="4093210"/>
          </a:xfrm>
        </p:spPr>
        <p:txBody>
          <a:bodyPr>
            <a:normAutofit fontScale="90000"/>
          </a:bodyPr>
          <a:lstStyle/>
          <a:p>
            <a:pPr algn="l"/>
            <a:r>
              <a:rPr altLang="en-US" sz="2890">
                <a:latin typeface="Comic Sans MS" panose="030F0702030302020204" charset="0"/>
                <a:cs typeface="Comic Sans MS" panose="030F0702030302020204" charset="0"/>
                <a:sym typeface="+mn-ea"/>
              </a:rPr>
              <a:t>•</a:t>
            </a:r>
            <a:r>
              <a:rPr lang="en-US" altLang="en-US" sz="2890" b="0">
                <a:latin typeface="Comic Sans MS" panose="030F0702030302020204" charset="0"/>
                <a:cs typeface="Comic Sans MS" panose="030F0702030302020204" charset="0"/>
              </a:rPr>
              <a:t>Imported datasets into MySQL Workbench</a:t>
            </a:r>
            <a:br>
              <a:rPr lang="en-US" altLang="en-US" sz="2890" b="0">
                <a:latin typeface="Comic Sans MS" panose="030F0702030302020204" charset="0"/>
                <a:cs typeface="Comic Sans MS" panose="030F0702030302020204" charset="0"/>
              </a:rPr>
            </a:br>
            <a:r>
              <a:rPr altLang="en-US" sz="2890">
                <a:latin typeface="Comic Sans MS" panose="030F0702030302020204" charset="0"/>
                <a:cs typeface="Comic Sans MS" panose="030F0702030302020204" charset="0"/>
                <a:sym typeface="+mn-ea"/>
              </a:rPr>
              <a:t>•</a:t>
            </a:r>
            <a:r>
              <a:rPr lang="en-US" altLang="en-US" sz="2890" b="0">
                <a:latin typeface="Comic Sans MS" panose="030F0702030302020204" charset="0"/>
                <a:cs typeface="Comic Sans MS" panose="030F0702030302020204" charset="0"/>
              </a:rPr>
              <a:t>Built relationships between customers, accounts, transactions, support tickets, and loans</a:t>
            </a:r>
            <a:br>
              <a:rPr lang="en-US" altLang="en-US" sz="2890" b="0">
                <a:latin typeface="Comic Sans MS" panose="030F0702030302020204" charset="0"/>
                <a:cs typeface="Comic Sans MS" panose="030F0702030302020204" charset="0"/>
              </a:rPr>
            </a:br>
            <a:r>
              <a:rPr altLang="en-US" sz="2890">
                <a:latin typeface="Comic Sans MS" panose="030F0702030302020204" charset="0"/>
                <a:cs typeface="Comic Sans MS" panose="030F0702030302020204" charset="0"/>
                <a:sym typeface="+mn-ea"/>
              </a:rPr>
              <a:t>•</a:t>
            </a:r>
            <a:r>
              <a:rPr lang="en-US" altLang="en-US" sz="2890" b="0">
                <a:latin typeface="Comic Sans MS" panose="030F0702030302020204" charset="0"/>
                <a:cs typeface="Comic Sans MS" panose="030F0702030302020204" charset="0"/>
              </a:rPr>
              <a:t>Used SQL queries for aggregation, filtering, joins, and KPI analysis</a:t>
            </a:r>
            <a:br>
              <a:rPr lang="en-US" altLang="en-US" sz="2890" b="0">
                <a:latin typeface="Comic Sans MS" panose="030F0702030302020204" charset="0"/>
                <a:cs typeface="Comic Sans MS" panose="030F0702030302020204" charset="0"/>
              </a:rPr>
            </a:br>
            <a:r>
              <a:rPr altLang="en-US" sz="2890">
                <a:latin typeface="Comic Sans MS" panose="030F0702030302020204" charset="0"/>
                <a:cs typeface="Comic Sans MS" panose="030F0702030302020204" charset="0"/>
                <a:sym typeface="+mn-ea"/>
              </a:rPr>
              <a:t>•</a:t>
            </a:r>
            <a:r>
              <a:rPr lang="en-US" altLang="en-US" sz="2890" b="0">
                <a:latin typeface="Comic Sans MS" panose="030F0702030302020204" charset="0"/>
                <a:cs typeface="Comic Sans MS" panose="030F0702030302020204" charset="0"/>
              </a:rPr>
              <a:t>Evaluated transaction performance, complaint trends, customer value, and delinquency risk</a:t>
            </a:r>
            <a:endParaRPr lang="en-IN" altLang="en-US" sz="2890" b="0">
              <a:latin typeface="Comic Sans MS" panose="030F0702030302020204" charset="0"/>
              <a:cs typeface="Comic Sans MS" panose="030F0702030302020204" charset="0"/>
            </a:endParaRPr>
          </a:p>
        </p:txBody>
      </p:sp>
      <p:sp>
        <p:nvSpPr>
          <p:cNvPr id="3" name="文本占位符 2"/>
          <p:cNvSpPr>
            <a:spLocks noGrp="1"/>
          </p:cNvSpPr>
          <p:nvPr>
            <p:ph type="body" idx="1"/>
            <p:custDataLst>
              <p:tags r:id="rId2"/>
            </p:custDataLst>
          </p:nvPr>
        </p:nvSpPr>
        <p:spPr>
          <a:xfrm>
            <a:off x="7339965" y="268605"/>
            <a:ext cx="3247390" cy="1151890"/>
          </a:xfrm>
        </p:spPr>
        <p:txBody>
          <a:bodyPr/>
          <a:lstStyle/>
          <a:p>
            <a:pPr algn="ctr"/>
            <a:r>
              <a:rPr lang="en-IN" altLang="en-US" b="1"/>
              <a:t>Part Two</a:t>
            </a:r>
            <a:endParaRPr lang="en-IN" altLang="en-US" b="1"/>
          </a:p>
        </p:txBody>
      </p:sp>
      <p:sp>
        <p:nvSpPr>
          <p:cNvPr id="5" name="标题 1"/>
          <p:cNvSpPr>
            <a:spLocks noGrp="1"/>
          </p:cNvSpPr>
          <p:nvPr>
            <p:custDataLst>
              <p:tags r:id="rId3"/>
            </p:custDataLst>
          </p:nvPr>
        </p:nvSpPr>
        <p:spPr>
          <a:xfrm>
            <a:off x="6974205" y="1420495"/>
            <a:ext cx="3978910" cy="1264285"/>
          </a:xfrm>
          <a:prstGeom prst="rect">
            <a:avLst/>
          </a:prstGeom>
          <a:noFill/>
          <a:ln>
            <a:noFill/>
            <a:prstDash val="sysDash"/>
          </a:ln>
        </p:spPr>
        <p:txBody>
          <a:bodyPr vert="horz" wrap="square" lIns="0" tIns="0" rIns="0" bIns="0" rtlCol="0" anchor="t">
            <a:normAutofit/>
          </a:bodyPr>
          <a:lstStyle>
            <a:lvl1pPr marL="0" marR="0" algn="r" defTabSz="914400" rtl="0" eaLnBrk="1" fontAlgn="auto" latinLnBrk="0" hangingPunct="1">
              <a:lnSpc>
                <a:spcPct val="100000"/>
              </a:lnSpc>
              <a:spcBef>
                <a:spcPct val="0"/>
              </a:spcBef>
              <a:buClrTx/>
              <a:buSzTx/>
              <a:buFontTx/>
              <a:buNone/>
              <a:defRPr kumimoji="0" lang="en-US" sz="6000" b="1" i="0" u="none" strike="noStrike" kern="1200" cap="none" spc="0" normalizeH="0" baseline="0" noProof="1" dirty="0" smtClean="0">
                <a:ln>
                  <a:noFill/>
                  <a:prstDash val="sysDot"/>
                </a:ln>
                <a:gradFill>
                  <a:gsLst>
                    <a:gs pos="20000">
                      <a:schemeClr val="accent2"/>
                    </a:gs>
                    <a:gs pos="100000">
                      <a:schemeClr val="accent1">
                        <a:lumMod val="60000"/>
                        <a:lumOff val="40000"/>
                      </a:schemeClr>
                    </a:gs>
                  </a:gsLst>
                  <a:lin ang="4800000" scaled="0"/>
                </a:gradFill>
                <a:uFillTx/>
                <a:latin typeface="+mj-lt"/>
              </a:defRPr>
            </a:lvl1pPr>
          </a:lstStyle>
          <a:p>
            <a:pPr algn="ctr"/>
            <a:r>
              <a:rPr lang="en-IN" altLang="en-US"/>
              <a:t>Approach</a:t>
            </a:r>
            <a:endParaRPr lang="en-IN" altLang="en-US"/>
          </a:p>
        </p:txBody>
      </p:sp>
    </p:spTree>
    <p:custDataLst>
      <p:tags r:id="rId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bg2"/>
            </a:gs>
            <a:gs pos="100000">
              <a:schemeClr val="tx2"/>
            </a:gs>
          </a:gsLst>
          <a:lin ang="2700000" scaled="0"/>
        </a:gradFill>
        <a:effectLst/>
      </p:bgPr>
    </p:bg>
    <p:spTree>
      <p:nvGrpSpPr>
        <p:cNvPr id="1" name=""/>
        <p:cNvGrpSpPr/>
        <p:nvPr/>
      </p:nvGrpSpPr>
      <p:grpSpPr>
        <a:xfrm>
          <a:off x="0" y="0"/>
          <a:ext cx="0" cy="0"/>
          <a:chOff x="0" y="0"/>
          <a:chExt cx="0" cy="0"/>
        </a:xfrm>
      </p:grpSpPr>
      <p:sp>
        <p:nvSpPr>
          <p:cNvPr id="2" name="标题 1"/>
          <p:cNvSpPr>
            <a:spLocks noGrp="1"/>
          </p:cNvSpPr>
          <p:nvPr>
            <p:ph type="title" idx="2"/>
            <p:custDataLst>
              <p:tags r:id="rId1"/>
            </p:custDataLst>
          </p:nvPr>
        </p:nvSpPr>
        <p:spPr>
          <a:xfrm>
            <a:off x="5003165" y="2623185"/>
            <a:ext cx="6739255" cy="3719195"/>
          </a:xfrm>
        </p:spPr>
        <p:txBody>
          <a:bodyPr>
            <a:normAutofit fontScale="90000"/>
          </a:bodyPr>
          <a:lstStyle/>
          <a:p>
            <a:pPr algn="l"/>
            <a:r>
              <a:rPr altLang="en-US" sz="2890">
                <a:latin typeface="Comic Sans MS" panose="030F0702030302020204" charset="0"/>
                <a:cs typeface="Comic Sans MS" panose="030F0702030302020204" charset="0"/>
                <a:sym typeface="+mn-ea"/>
              </a:rPr>
              <a:t>•</a:t>
            </a:r>
            <a:r>
              <a:rPr lang="en-US" altLang="en-US" sz="2890" b="0">
                <a:latin typeface="Comic Sans MS" panose="030F0702030302020204" charset="0"/>
                <a:cs typeface="Comic Sans MS" panose="030F0702030302020204" charset="0"/>
              </a:rPr>
              <a:t>Some months showed higher transaction failure rates, indicating operational issues.</a:t>
            </a:r>
            <a:br>
              <a:rPr lang="en-US" altLang="en-US" sz="2890" b="0">
                <a:latin typeface="Comic Sans MS" panose="030F0702030302020204" charset="0"/>
                <a:cs typeface="Comic Sans MS" panose="030F0702030302020204" charset="0"/>
              </a:rPr>
            </a:br>
            <a:r>
              <a:rPr altLang="en-US" sz="2890">
                <a:latin typeface="Comic Sans MS" panose="030F0702030302020204" charset="0"/>
                <a:cs typeface="Comic Sans MS" panose="030F0702030302020204" charset="0"/>
                <a:sym typeface="+mn-ea"/>
              </a:rPr>
              <a:t>•</a:t>
            </a:r>
            <a:r>
              <a:rPr lang="en-US" altLang="en-US" sz="2890" b="0">
                <a:latin typeface="Comic Sans MS" panose="030F0702030302020204" charset="0"/>
                <a:cs typeface="Comic Sans MS" panose="030F0702030302020204" charset="0"/>
              </a:rPr>
              <a:t>A small group of customers generated most successful transaction revenue.</a:t>
            </a:r>
            <a:br>
              <a:rPr lang="en-US" altLang="en-US" sz="2890" b="0">
                <a:latin typeface="Comic Sans MS" panose="030F0702030302020204" charset="0"/>
                <a:cs typeface="Comic Sans MS" panose="030F0702030302020204" charset="0"/>
              </a:rPr>
            </a:br>
            <a:r>
              <a:rPr altLang="en-US" sz="2890">
                <a:latin typeface="Comic Sans MS" panose="030F0702030302020204" charset="0"/>
                <a:cs typeface="Comic Sans MS" panose="030F0702030302020204" charset="0"/>
                <a:sym typeface="+mn-ea"/>
              </a:rPr>
              <a:t>•</a:t>
            </a:r>
            <a:r>
              <a:rPr lang="en-US" altLang="en-US" sz="2890" b="0">
                <a:latin typeface="Comic Sans MS" panose="030F0702030302020204" charset="0"/>
                <a:cs typeface="Comic Sans MS" panose="030F0702030302020204" charset="0"/>
              </a:rPr>
              <a:t>Failed transaction complaints had the highest ticket volume.</a:t>
            </a:r>
            <a:br>
              <a:rPr lang="en-US" altLang="en-US" sz="2890" b="0">
                <a:latin typeface="Comic Sans MS" panose="030F0702030302020204" charset="0"/>
                <a:cs typeface="Comic Sans MS" panose="030F0702030302020204" charset="0"/>
              </a:rPr>
            </a:br>
            <a:r>
              <a:rPr altLang="en-US" sz="2890">
                <a:latin typeface="Comic Sans MS" panose="030F0702030302020204" charset="0"/>
                <a:cs typeface="Comic Sans MS" panose="030F0702030302020204" charset="0"/>
                <a:sym typeface="+mn-ea"/>
              </a:rPr>
              <a:t>•</a:t>
            </a:r>
            <a:r>
              <a:rPr lang="en-US" altLang="en-US" sz="2890" b="0">
                <a:latin typeface="Comic Sans MS" panose="030F0702030302020204" charset="0"/>
                <a:cs typeface="Comic Sans MS" panose="030F0702030302020204" charset="0"/>
              </a:rPr>
              <a:t>Personal and business loans showed higher delinquency among retired and self-employed customers.</a:t>
            </a:r>
            <a:endParaRPr lang="en-US" altLang="en-US" sz="2890" b="0">
              <a:latin typeface="Comic Sans MS" panose="030F0702030302020204" charset="0"/>
              <a:cs typeface="Comic Sans MS" panose="030F0702030302020204" charset="0"/>
            </a:endParaRPr>
          </a:p>
        </p:txBody>
      </p:sp>
      <p:sp>
        <p:nvSpPr>
          <p:cNvPr id="3" name="文本占位符 2"/>
          <p:cNvSpPr>
            <a:spLocks noGrp="1"/>
          </p:cNvSpPr>
          <p:nvPr>
            <p:ph type="body" idx="1"/>
            <p:custDataLst>
              <p:tags r:id="rId2"/>
            </p:custDataLst>
          </p:nvPr>
        </p:nvSpPr>
        <p:spPr>
          <a:xfrm>
            <a:off x="7468870" y="283210"/>
            <a:ext cx="3498850" cy="1151890"/>
          </a:xfrm>
        </p:spPr>
        <p:txBody>
          <a:bodyPr/>
          <a:lstStyle/>
          <a:p>
            <a:pPr algn="ctr"/>
            <a:r>
              <a:rPr lang="en-IN" altLang="en-US" b="1"/>
              <a:t>Part Three</a:t>
            </a:r>
            <a:endParaRPr lang="en-IN" altLang="en-US" b="1"/>
          </a:p>
        </p:txBody>
      </p:sp>
      <p:sp>
        <p:nvSpPr>
          <p:cNvPr id="5" name="标题 1"/>
          <p:cNvSpPr>
            <a:spLocks noGrp="1"/>
          </p:cNvSpPr>
          <p:nvPr>
            <p:custDataLst>
              <p:tags r:id="rId3"/>
            </p:custDataLst>
          </p:nvPr>
        </p:nvSpPr>
        <p:spPr>
          <a:xfrm>
            <a:off x="7468870" y="1435100"/>
            <a:ext cx="3498850" cy="1264285"/>
          </a:xfrm>
          <a:prstGeom prst="rect">
            <a:avLst/>
          </a:prstGeom>
          <a:noFill/>
          <a:ln>
            <a:noFill/>
            <a:prstDash val="sysDash"/>
          </a:ln>
        </p:spPr>
        <p:txBody>
          <a:bodyPr vert="horz" wrap="square" lIns="0" tIns="0" rIns="0" bIns="0" rtlCol="0" anchor="t">
            <a:normAutofit/>
          </a:bodyPr>
          <a:lstStyle>
            <a:lvl1pPr marL="0" marR="0" algn="r" defTabSz="914400" rtl="0" eaLnBrk="1" fontAlgn="auto" latinLnBrk="0" hangingPunct="1">
              <a:lnSpc>
                <a:spcPct val="100000"/>
              </a:lnSpc>
              <a:spcBef>
                <a:spcPct val="0"/>
              </a:spcBef>
              <a:buClrTx/>
              <a:buSzTx/>
              <a:buFontTx/>
              <a:buNone/>
              <a:defRPr kumimoji="0" lang="en-US" sz="6000" b="1" i="0" u="none" strike="noStrike" kern="1200" cap="none" spc="0" normalizeH="0" baseline="0" noProof="1" dirty="0" smtClean="0">
                <a:ln>
                  <a:noFill/>
                  <a:prstDash val="sysDot"/>
                </a:ln>
                <a:gradFill>
                  <a:gsLst>
                    <a:gs pos="20000">
                      <a:schemeClr val="accent2"/>
                    </a:gs>
                    <a:gs pos="100000">
                      <a:schemeClr val="accent1">
                        <a:lumMod val="60000"/>
                        <a:lumOff val="40000"/>
                      </a:schemeClr>
                    </a:gs>
                  </a:gsLst>
                  <a:lin ang="4800000" scaled="0"/>
                </a:gradFill>
                <a:uFillTx/>
                <a:latin typeface="+mj-lt"/>
              </a:defRPr>
            </a:lvl1pPr>
          </a:lstStyle>
          <a:p>
            <a:pPr algn="ctr"/>
            <a:r>
              <a:rPr lang="en-IN" altLang="en-US"/>
              <a:t>Findings</a:t>
            </a:r>
            <a:endParaRPr lang="en-IN" altLang="en-US"/>
          </a:p>
        </p:txBody>
      </p:sp>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bg2"/>
            </a:gs>
            <a:gs pos="100000">
              <a:schemeClr val="tx2"/>
            </a:gs>
          </a:gsLst>
          <a:lin ang="2700000" scaled="0"/>
        </a:gradFill>
        <a:effectLst/>
      </p:bgPr>
    </p:bg>
    <p:spTree>
      <p:nvGrpSpPr>
        <p:cNvPr id="1" name=""/>
        <p:cNvGrpSpPr/>
        <p:nvPr/>
      </p:nvGrpSpPr>
      <p:grpSpPr>
        <a:xfrm>
          <a:off x="0" y="0"/>
          <a:ext cx="0" cy="0"/>
          <a:chOff x="0" y="0"/>
          <a:chExt cx="0" cy="0"/>
        </a:xfrm>
      </p:grpSpPr>
      <p:sp>
        <p:nvSpPr>
          <p:cNvPr id="2" name="标题 1"/>
          <p:cNvSpPr>
            <a:spLocks noGrp="1"/>
          </p:cNvSpPr>
          <p:nvPr>
            <p:ph type="title" idx="2"/>
            <p:custDataLst>
              <p:tags r:id="rId1"/>
            </p:custDataLst>
          </p:nvPr>
        </p:nvSpPr>
        <p:spPr>
          <a:xfrm>
            <a:off x="5003165" y="2638425"/>
            <a:ext cx="6739255" cy="3719195"/>
          </a:xfrm>
        </p:spPr>
        <p:txBody>
          <a:bodyPr>
            <a:normAutofit fontScale="90000"/>
          </a:bodyPr>
          <a:lstStyle/>
          <a:p>
            <a:pPr algn="l"/>
            <a:r>
              <a:rPr altLang="en-US" sz="2890">
                <a:latin typeface="Comic Sans MS" panose="030F0702030302020204" charset="0"/>
                <a:cs typeface="Comic Sans MS" panose="030F0702030302020204" charset="0"/>
                <a:sym typeface="+mn-ea"/>
              </a:rPr>
              <a:t>•</a:t>
            </a:r>
            <a:r>
              <a:rPr lang="en-US" altLang="en-US" sz="2890" b="0">
                <a:latin typeface="Comic Sans MS" panose="030F0702030302020204" charset="0"/>
                <a:cs typeface="Comic Sans MS" panose="030F0702030302020204" charset="0"/>
              </a:rPr>
              <a:t>Improve transaction monitoring during high-failure periods.</a:t>
            </a:r>
            <a:br>
              <a:rPr lang="en-US" altLang="en-US" sz="2890" b="0">
                <a:latin typeface="Comic Sans MS" panose="030F0702030302020204" charset="0"/>
                <a:cs typeface="Comic Sans MS" panose="030F0702030302020204" charset="0"/>
              </a:rPr>
            </a:br>
            <a:r>
              <a:rPr altLang="en-US" sz="2890">
                <a:latin typeface="Comic Sans MS" panose="030F0702030302020204" charset="0"/>
                <a:cs typeface="Comic Sans MS" panose="030F0702030302020204" charset="0"/>
                <a:sym typeface="+mn-ea"/>
              </a:rPr>
              <a:t>•</a:t>
            </a:r>
            <a:r>
              <a:rPr lang="en-US" altLang="en-US" sz="2890" b="0">
                <a:latin typeface="Comic Sans MS" panose="030F0702030302020204" charset="0"/>
                <a:cs typeface="Comic Sans MS" panose="030F0702030302020204" charset="0"/>
              </a:rPr>
              <a:t>Provide premium services and loyalty programs for high-value customers.</a:t>
            </a:r>
            <a:br>
              <a:rPr lang="en-US" altLang="en-US" sz="2890" b="0">
                <a:latin typeface="Comic Sans MS" panose="030F0702030302020204" charset="0"/>
                <a:cs typeface="Comic Sans MS" panose="030F0702030302020204" charset="0"/>
              </a:rPr>
            </a:br>
            <a:r>
              <a:rPr altLang="en-US" sz="2890">
                <a:latin typeface="Comic Sans MS" panose="030F0702030302020204" charset="0"/>
                <a:cs typeface="Comic Sans MS" panose="030F0702030302020204" charset="0"/>
                <a:sym typeface="+mn-ea"/>
              </a:rPr>
              <a:t>•</a:t>
            </a:r>
            <a:r>
              <a:rPr lang="en-US" altLang="en-US" sz="2890" b="0">
                <a:latin typeface="Comic Sans MS" panose="030F0702030302020204" charset="0"/>
                <a:cs typeface="Comic Sans MS" panose="030F0702030302020204" charset="0"/>
              </a:rPr>
              <a:t>Prioritize resolution of failed transaction complaints.</a:t>
            </a:r>
            <a:br>
              <a:rPr lang="en-US" altLang="en-US" sz="2890" b="0">
                <a:latin typeface="Comic Sans MS" panose="030F0702030302020204" charset="0"/>
                <a:cs typeface="Comic Sans MS" panose="030F0702030302020204" charset="0"/>
              </a:rPr>
            </a:br>
            <a:r>
              <a:rPr altLang="en-US" sz="2890">
                <a:latin typeface="Comic Sans MS" panose="030F0702030302020204" charset="0"/>
                <a:cs typeface="Comic Sans MS" panose="030F0702030302020204" charset="0"/>
                <a:sym typeface="+mn-ea"/>
              </a:rPr>
              <a:t>•</a:t>
            </a:r>
            <a:r>
              <a:rPr lang="en-US" altLang="en-US" sz="2890" b="0">
                <a:latin typeface="Comic Sans MS" panose="030F0702030302020204" charset="0"/>
                <a:cs typeface="Comic Sans MS" panose="030F0702030302020204" charset="0"/>
              </a:rPr>
              <a:t>Use predictive analytics and dashboards for real-time risk monitoring.</a:t>
            </a:r>
            <a:endParaRPr lang="en-US" altLang="en-US" sz="2890" b="0">
              <a:latin typeface="Comic Sans MS" panose="030F0702030302020204" charset="0"/>
              <a:cs typeface="Comic Sans MS" panose="030F0702030302020204" charset="0"/>
            </a:endParaRPr>
          </a:p>
        </p:txBody>
      </p:sp>
      <p:sp>
        <p:nvSpPr>
          <p:cNvPr id="3" name="文本占位符 2"/>
          <p:cNvSpPr>
            <a:spLocks noGrp="1"/>
          </p:cNvSpPr>
          <p:nvPr>
            <p:ph type="body" idx="1"/>
            <p:custDataLst>
              <p:tags r:id="rId2"/>
            </p:custDataLst>
          </p:nvPr>
        </p:nvSpPr>
        <p:spPr>
          <a:xfrm>
            <a:off x="6955155" y="360680"/>
            <a:ext cx="4012565" cy="1151255"/>
          </a:xfrm>
        </p:spPr>
        <p:txBody>
          <a:bodyPr/>
          <a:lstStyle/>
          <a:p>
            <a:pPr algn="ctr"/>
            <a:r>
              <a:rPr lang="en-IN" altLang="en-US" b="1"/>
              <a:t>Part Four</a:t>
            </a:r>
            <a:endParaRPr lang="en-IN" altLang="en-US" b="1"/>
          </a:p>
        </p:txBody>
      </p:sp>
      <p:sp>
        <p:nvSpPr>
          <p:cNvPr id="5" name="标题 1"/>
          <p:cNvSpPr>
            <a:spLocks noGrp="1"/>
          </p:cNvSpPr>
          <p:nvPr>
            <p:custDataLst>
              <p:tags r:id="rId3"/>
            </p:custDataLst>
          </p:nvPr>
        </p:nvSpPr>
        <p:spPr>
          <a:xfrm>
            <a:off x="6265545" y="1511935"/>
            <a:ext cx="5044440" cy="1264285"/>
          </a:xfrm>
          <a:prstGeom prst="rect">
            <a:avLst/>
          </a:prstGeom>
          <a:noFill/>
          <a:ln>
            <a:noFill/>
            <a:prstDash val="sysDash"/>
          </a:ln>
        </p:spPr>
        <p:txBody>
          <a:bodyPr vert="horz" wrap="square" lIns="0" tIns="0" rIns="0" bIns="0" rtlCol="0" anchor="t">
            <a:normAutofit fontScale="70000"/>
          </a:bodyPr>
          <a:lstStyle>
            <a:lvl1pPr marL="0" marR="0" algn="r" defTabSz="914400" rtl="0" eaLnBrk="1" fontAlgn="auto" latinLnBrk="0" hangingPunct="1">
              <a:lnSpc>
                <a:spcPct val="100000"/>
              </a:lnSpc>
              <a:spcBef>
                <a:spcPct val="0"/>
              </a:spcBef>
              <a:buClrTx/>
              <a:buSzTx/>
              <a:buFontTx/>
              <a:buNone/>
              <a:defRPr kumimoji="0" lang="en-US" sz="6000" b="1" i="0" u="none" strike="noStrike" kern="1200" cap="none" spc="0" normalizeH="0" baseline="0" noProof="1" dirty="0" smtClean="0">
                <a:ln>
                  <a:noFill/>
                  <a:prstDash val="sysDot"/>
                </a:ln>
                <a:gradFill>
                  <a:gsLst>
                    <a:gs pos="20000">
                      <a:schemeClr val="accent2"/>
                    </a:gs>
                    <a:gs pos="100000">
                      <a:schemeClr val="accent1">
                        <a:lumMod val="60000"/>
                        <a:lumOff val="40000"/>
                      </a:schemeClr>
                    </a:gs>
                  </a:gsLst>
                  <a:lin ang="4800000" scaled="0"/>
                </a:gradFill>
                <a:uFillTx/>
                <a:latin typeface="+mj-lt"/>
              </a:defRPr>
            </a:lvl1pPr>
          </a:lstStyle>
          <a:p>
            <a:r>
              <a:rPr lang="en-IN" altLang="en-US"/>
              <a:t>Recommendations</a:t>
            </a:r>
            <a:endParaRPr lang="en-IN" altLang="en-US"/>
          </a:p>
        </p:txBody>
      </p:sp>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bg2"/>
            </a:gs>
            <a:gs pos="100000">
              <a:schemeClr val="tx2"/>
            </a:gs>
          </a:gsLst>
          <a:lin ang="2700000" scaled="0"/>
        </a:gradFill>
        <a:effectLst/>
      </p:bgPr>
    </p:bg>
    <p:spTree>
      <p:nvGrpSpPr>
        <p:cNvPr id="1" name=""/>
        <p:cNvGrpSpPr/>
        <p:nvPr/>
      </p:nvGrpSpPr>
      <p:grpSpPr>
        <a:xfrm>
          <a:off x="0" y="0"/>
          <a:ext cx="0" cy="0"/>
          <a:chOff x="0" y="0"/>
          <a:chExt cx="0" cy="0"/>
        </a:xfrm>
      </p:grpSpPr>
      <p:sp>
        <p:nvSpPr>
          <p:cNvPr id="2" name="标题 1"/>
          <p:cNvSpPr>
            <a:spLocks noGrp="1"/>
          </p:cNvSpPr>
          <p:nvPr>
            <p:ph type="title" idx="2"/>
            <p:custDataLst>
              <p:tags r:id="rId1"/>
            </p:custDataLst>
          </p:nvPr>
        </p:nvSpPr>
        <p:spPr>
          <a:xfrm>
            <a:off x="5003165" y="2638425"/>
            <a:ext cx="6739255" cy="3719195"/>
          </a:xfrm>
        </p:spPr>
        <p:txBody>
          <a:bodyPr>
            <a:normAutofit/>
          </a:bodyPr>
          <a:lstStyle/>
          <a:p>
            <a:pPr algn="l"/>
            <a:r>
              <a:rPr altLang="en-US" sz="2600">
                <a:latin typeface="Comic Sans MS" panose="030F0702030302020204" charset="0"/>
                <a:cs typeface="Comic Sans MS" panose="030F0702030302020204" charset="0"/>
                <a:sym typeface="+mn-ea"/>
              </a:rPr>
              <a:t>•</a:t>
            </a:r>
            <a:r>
              <a:rPr lang="en-US" altLang="en-US" sz="2600" b="0">
                <a:latin typeface="Comic Sans MS" panose="030F0702030302020204" charset="0"/>
                <a:cs typeface="Comic Sans MS" panose="030F0702030302020204" charset="0"/>
              </a:rPr>
              <a:t>The analysis provided insights into banking operations, customer behavior, and loan risks.</a:t>
            </a:r>
            <a:br>
              <a:rPr lang="en-US" altLang="en-US" sz="2600" b="0">
                <a:latin typeface="Comic Sans MS" panose="030F0702030302020204" charset="0"/>
                <a:cs typeface="Comic Sans MS" panose="030F0702030302020204" charset="0"/>
              </a:rPr>
            </a:br>
            <a:r>
              <a:rPr altLang="en-US" sz="2600">
                <a:latin typeface="Comic Sans MS" panose="030F0702030302020204" charset="0"/>
                <a:cs typeface="Comic Sans MS" panose="030F0702030302020204" charset="0"/>
                <a:sym typeface="+mn-ea"/>
              </a:rPr>
              <a:t>•</a:t>
            </a:r>
            <a:r>
              <a:rPr lang="en-US" altLang="en-US" sz="2600" b="0">
                <a:latin typeface="Comic Sans MS" panose="030F0702030302020204" charset="0"/>
                <a:cs typeface="Comic Sans MS" panose="030F0702030302020204" charset="0"/>
              </a:rPr>
              <a:t>The findings can help improve service quality, reduce operational issues, and support better business decisions.</a:t>
            </a:r>
            <a:endParaRPr lang="en-US" altLang="en-US" sz="2600" b="0">
              <a:latin typeface="Comic Sans MS" panose="030F0702030302020204" charset="0"/>
              <a:cs typeface="Comic Sans MS" panose="030F0702030302020204" charset="0"/>
            </a:endParaRPr>
          </a:p>
        </p:txBody>
      </p:sp>
      <p:sp>
        <p:nvSpPr>
          <p:cNvPr id="3" name="文本占位符 2"/>
          <p:cNvSpPr>
            <a:spLocks noGrp="1"/>
          </p:cNvSpPr>
          <p:nvPr>
            <p:ph type="body" idx="1"/>
            <p:custDataLst>
              <p:tags r:id="rId2"/>
            </p:custDataLst>
          </p:nvPr>
        </p:nvSpPr>
        <p:spPr>
          <a:xfrm>
            <a:off x="7157720" y="267335"/>
            <a:ext cx="4012565" cy="1151255"/>
          </a:xfrm>
        </p:spPr>
        <p:txBody>
          <a:bodyPr/>
          <a:lstStyle/>
          <a:p>
            <a:pPr algn="ctr"/>
            <a:r>
              <a:rPr lang="en-IN" altLang="en-US" b="1"/>
              <a:t>Part Five</a:t>
            </a:r>
            <a:endParaRPr lang="en-IN" altLang="en-US" b="1"/>
          </a:p>
        </p:txBody>
      </p:sp>
      <p:sp>
        <p:nvSpPr>
          <p:cNvPr id="5" name="标题 1"/>
          <p:cNvSpPr>
            <a:spLocks noGrp="1"/>
          </p:cNvSpPr>
          <p:nvPr>
            <p:custDataLst>
              <p:tags r:id="rId3"/>
            </p:custDataLst>
          </p:nvPr>
        </p:nvSpPr>
        <p:spPr>
          <a:xfrm>
            <a:off x="6641465" y="1418590"/>
            <a:ext cx="5044440" cy="1264285"/>
          </a:xfrm>
          <a:prstGeom prst="rect">
            <a:avLst/>
          </a:prstGeom>
          <a:noFill/>
          <a:ln>
            <a:noFill/>
            <a:prstDash val="sysDash"/>
          </a:ln>
        </p:spPr>
        <p:txBody>
          <a:bodyPr vert="horz" wrap="square" lIns="0" tIns="0" rIns="0" bIns="0" rtlCol="0" anchor="t">
            <a:normAutofit/>
          </a:bodyPr>
          <a:lstStyle>
            <a:lvl1pPr marL="0" marR="0" algn="r" defTabSz="914400" rtl="0" eaLnBrk="1" fontAlgn="auto" latinLnBrk="0" hangingPunct="1">
              <a:lnSpc>
                <a:spcPct val="100000"/>
              </a:lnSpc>
              <a:spcBef>
                <a:spcPct val="0"/>
              </a:spcBef>
              <a:buClrTx/>
              <a:buSzTx/>
              <a:buFontTx/>
              <a:buNone/>
              <a:defRPr kumimoji="0" lang="en-US" sz="6000" b="1" i="0" u="none" strike="noStrike" kern="1200" cap="none" spc="0" normalizeH="0" baseline="0" noProof="1" dirty="0" smtClean="0">
                <a:ln>
                  <a:noFill/>
                  <a:prstDash val="sysDot"/>
                </a:ln>
                <a:gradFill>
                  <a:gsLst>
                    <a:gs pos="20000">
                      <a:schemeClr val="accent2"/>
                    </a:gs>
                    <a:gs pos="100000">
                      <a:schemeClr val="accent1">
                        <a:lumMod val="60000"/>
                        <a:lumOff val="40000"/>
                      </a:schemeClr>
                    </a:gs>
                  </a:gsLst>
                  <a:lin ang="4800000" scaled="0"/>
                </a:gradFill>
                <a:uFillTx/>
                <a:latin typeface="+mj-lt"/>
              </a:defRPr>
            </a:lvl1pPr>
          </a:lstStyle>
          <a:p>
            <a:pPr algn="ctr"/>
            <a:r>
              <a:rPr lang="en-IN" altLang="en-US"/>
              <a:t>Conclusions</a:t>
            </a:r>
            <a:endParaRPr lang="en-IN" altLang="en-US"/>
          </a:p>
        </p:txBody>
      </p:sp>
    </p:spTree>
    <p:custDataLst>
      <p:tags r:id="rId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bg2"/>
            </a:gs>
            <a:gs pos="100000">
              <a:schemeClr val="tx2"/>
            </a:gs>
          </a:gsLst>
          <a:lin ang="2700000" scaled="0"/>
        </a:gradFill>
        <a:effectLst/>
      </p:bgPr>
    </p:bg>
    <p:spTree>
      <p:nvGrpSpPr>
        <p:cNvPr id="1" name=""/>
        <p:cNvGrpSpPr/>
        <p:nvPr/>
      </p:nvGrpSpPr>
      <p:grpSpPr>
        <a:xfrm>
          <a:off x="0" y="0"/>
          <a:ext cx="0" cy="0"/>
          <a:chOff x="0" y="0"/>
          <a:chExt cx="0" cy="0"/>
        </a:xfrm>
      </p:grpSpPr>
      <p:sp>
        <p:nvSpPr>
          <p:cNvPr id="2" name="标题 1"/>
          <p:cNvSpPr>
            <a:spLocks noGrp="1"/>
          </p:cNvSpPr>
          <p:nvPr>
            <p:ph type="title" idx="2"/>
            <p:custDataLst>
              <p:tags r:id="rId1"/>
            </p:custDataLst>
          </p:nvPr>
        </p:nvSpPr>
        <p:spPr>
          <a:xfrm>
            <a:off x="756920" y="2922905"/>
            <a:ext cx="5923915" cy="1011555"/>
          </a:xfrm>
        </p:spPr>
        <p:txBody>
          <a:bodyPr>
            <a:normAutofit fontScale="90000"/>
          </a:bodyPr>
          <a:lstStyle/>
          <a:p>
            <a:pPr algn="ctr"/>
            <a:r>
              <a:rPr lang="en-IN" altLang="en-US"/>
              <a:t>THANK YOU</a:t>
            </a:r>
            <a:endParaRPr lang="en-IN" altLang="en-US"/>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3"/>
  <p:tag name="KSO_WM_UNIT_LAYERLEVEL" val="1"/>
  <p:tag name="KSO_WM_TAG_VERSION" val="3.0"/>
  <p:tag name="KSO_WM_BEAUTIFY_FLAG" val="#wm#"/>
  <p:tag name="KSO_WM_UNIT_TYPE" val="i"/>
  <p:tag name="KSO_WM_UNIT_INDEX" val="13"/>
</p:tagLst>
</file>

<file path=ppt/tags/tag2.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66"/>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3.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4.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3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5.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7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3.0"/>
  <p:tag name="KSO_WM_BEAUTIFY_FLAG" val="#wm#"/>
</p:tagLst>
</file>

<file path=ppt/tags/tag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3.0"/>
</p:tagLst>
</file>

<file path=ppt/tags/tag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6"/>
  <p:tag name="KSO_WM_UNIT_ID" val="_1*i*6"/>
  <p:tag name="KSO_WM_UNIT_LAYERLEVEL" val="1"/>
  <p:tag name="KSO_WM_TAG_VERSION" val="3.0"/>
</p:tagLst>
</file>

<file path=ppt/tags/tag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7"/>
  <p:tag name="KSO_WM_UNIT_ID" val="_1*i*7"/>
  <p:tag name="KSO_WM_UNIT_LAYERLEVEL" val="1"/>
  <p:tag name="KSO_WM_TAG_VERSION" val="3.0"/>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1*i*8"/>
  <p:tag name="KSO_WM_UNIT_LAYERLEVEL" val="1"/>
  <p:tag name="KSO_WM_TAG_VERSION" val="3.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1*i*9"/>
  <p:tag name="KSO_WM_UNIT_LAYERLEVEL" val="1"/>
  <p:tag name="KSO_WM_TAG_VERSION" val="3.0"/>
  <p:tag name="KSO_WM_BEAUTIFY_FLAG" val="#wm#"/>
</p:tagLst>
</file>

<file path=ppt/tags/tag1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0"/>
  <p:tag name="KSO_WM_UNIT_ID" val="_1*i*10"/>
  <p:tag name="KSO_WM_UNIT_LAYERLEVEL" val="1"/>
  <p:tag name="KSO_WM_TAG_VERSION" val="3.0"/>
</p:tagLst>
</file>

<file path=ppt/tags/tag12.xml><?xml version="1.0" encoding="utf-8"?>
<p:tagLst xmlns:p="http://schemas.openxmlformats.org/presentationml/2006/main">
  <p:tag name="KSO_WM_BEAUTIFY_FLAG" val="#wm#"/>
  <p:tag name="KSO_WM_UNIT_FILL_FORE_SCHEMECOLOR_INDEX_BRIGHTNESS" val="0"/>
  <p:tag name="KSO_WM_UNIT_FILL_FORE_SCHEMECOLOR_INDEX" val="5"/>
  <p:tag name="KSO_WM_UNIT_FILL_TYPE" val="1"/>
  <p:tag name="KSO_WM_UNIT_HIGHLIGHT" val="0"/>
  <p:tag name="KSO_WM_UNIT_COMPATIBLE" val="0"/>
  <p:tag name="KSO_WM_UNIT_DIAGRAM_ISNUMVISUAL" val="0"/>
  <p:tag name="KSO_WM_UNIT_DIAGRAM_ISREFERUNIT" val="0"/>
  <p:tag name="KSO_WM_UNIT_TYPE" val="i"/>
  <p:tag name="KSO_WM_UNIT_INDEX" val="11"/>
  <p:tag name="KSO_WM_UNIT_ID" val="_1*i*11"/>
  <p:tag name="KSO_WM_UNIT_LAYERLEVEL" val="1"/>
  <p:tag name="KSO_WM_TAG_VERSION" val="3.0"/>
</p:tagLst>
</file>

<file path=ppt/tags/tag13.xml><?xml version="1.0" encoding="utf-8"?>
<p:tagLst xmlns:p="http://schemas.openxmlformats.org/presentationml/2006/main">
  <p:tag name="KSO_WM_BEAUTIFY_FLAG" val="#wm#"/>
  <p:tag name="KSO_WM_UNIT_FILL_FORE_SCHEMECOLOR_INDEX_BRIGHTNESS" val="0"/>
  <p:tag name="KSO_WM_UNIT_FILL_FORE_SCHEMECOLOR_INDEX" val="8"/>
  <p:tag name="KSO_WM_UNIT_FILL_TYPE" val="1"/>
  <p:tag name="KSO_WM_UNIT_HIGHLIGHT" val="0"/>
  <p:tag name="KSO_WM_UNIT_COMPATIBLE" val="0"/>
  <p:tag name="KSO_WM_UNIT_DIAGRAM_ISNUMVISUAL" val="0"/>
  <p:tag name="KSO_WM_UNIT_DIAGRAM_ISREFERUNIT" val="0"/>
  <p:tag name="KSO_WM_UNIT_TYPE" val="i"/>
  <p:tag name="KSO_WM_UNIT_INDEX" val="12"/>
  <p:tag name="KSO_WM_UNIT_ID" val="_1*i*12"/>
  <p:tag name="KSO_WM_UNIT_LAYERLEVEL" val="1"/>
  <p:tag name="KSO_WM_TAG_VERSION" val="3.0"/>
</p:tagLst>
</file>

<file path=ppt/tags/tag14.xml><?xml version="1.0" encoding="utf-8"?>
<p:tagLst xmlns:p="http://schemas.openxmlformats.org/presentationml/2006/main">
  <p:tag name="KSO_WM_UNIT_ISCONTENTSTITLE" val="0"/>
  <p:tag name="KSO_WM_UNIT_ISNUMDGMTITLE" val="0"/>
  <p:tag name="KSO_WM_UNIT_PRESET_TEXT" val="Click to add subtitle"/>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 name="KSO_WM_UNIT_CONTENT_GROUP_TYPE" val="contentchip"/>
</p:tagLst>
</file>

<file path=ppt/tags/tag15.xml><?xml version="1.0" encoding="utf-8"?>
<p:tagLst xmlns:p="http://schemas.openxmlformats.org/presentationml/2006/main">
  <p:tag name="KSO_WM_UNIT_ISCONTENTSTITLE" val="0"/>
  <p:tag name="KSO_WM_UNIT_ISNUMDGMTITLE" val="0"/>
  <p:tag name="KSO_WM_UNIT_PRESET_TEXT" val="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contentchip"/>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i*5"/>
  <p:tag name="KSO_WM_UNIT_LAYERLEVEL" val="1"/>
  <p:tag name="KSO_WM_TAG_VERSION" val="3.0"/>
  <p:tag name="KSO_WM_BEAUTIFY_FLAG" val="#wm#"/>
  <p:tag name="KSO_WM_UNIT_TYPE" val="i"/>
  <p:tag name="KSO_WM_UNIT_INDEX" val="5"/>
</p:tagLst>
</file>

<file path=ppt/tags/tag2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2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 name="KSO_WM_UNIT_PRESET_TEXT" val="单击此处添加标题"/>
</p:tagLst>
</file>

<file path=ppt/tags/tag23.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2*i*1"/>
  <p:tag name="KSO_WM_UNIT_LAYERLEVEL" val="1"/>
  <p:tag name="KSO_WM_TAG_VERSION" val="3.0"/>
  <p:tag name="KSO_WM_UNIT_TYPE" val="i"/>
  <p:tag name="KSO_WM_UNIT_INDEX" val="1"/>
  <p:tag name="KSO_WM_UNIT_CONTENT_GROUP_TYPE" val="titlestyle"/>
</p:tagLst>
</file>

<file path=ppt/tags/tag24.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2*i*2"/>
  <p:tag name="KSO_WM_UNIT_LAYERLEVEL" val="1"/>
  <p:tag name="KSO_WM_TAG_VERSION" val="3.0"/>
  <p:tag name="KSO_WM_UNIT_TYPE" val="i"/>
  <p:tag name="KSO_WM_UNIT_INDEX" val="2"/>
  <p:tag name="KSO_WM_UNIT_CONTENT_GROUP_TYPE" val="titlestyle"/>
</p:tagLst>
</file>

<file path=ppt/tags/tag25.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2*i*3"/>
  <p:tag name="KSO_WM_UNIT_LAYERLEVEL" val="1"/>
  <p:tag name="KSO_WM_TAG_VERSION" val="3.0"/>
  <p:tag name="KSO_WM_UNIT_TYPE" val="i"/>
  <p:tag name="KSO_WM_UNIT_INDEX" val="3"/>
  <p:tag name="KSO_WM_UNIT_CONTENT_GROUP_TYPE" val="titlestyle"/>
</p:tagLst>
</file>

<file path=ppt/tags/tag26.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2*i*4"/>
  <p:tag name="KSO_WM_UNIT_LAYERLEVEL" val="1"/>
  <p:tag name="KSO_WM_TAG_VERSION" val="3.0"/>
  <p:tag name="KSO_WM_UNIT_CONTENT_GROUP_TYPE" val="titlestyle"/>
  <p:tag name="KSO_WM_UNIT_TYPE" val="i"/>
  <p:tag name="KSO_WM_UNIT_INDEX" val="4"/>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BEAUTIFY_FLAG" val="#wm#"/>
  <p:tag name="KSO_WM_UNIT_TYPE" val="i"/>
  <p:tag name="KSO_WM_UNIT_INDEX" val="1"/>
</p:tagLst>
</file>

<file path=ppt/tags/tag31.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7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BEAUTIFY_FLAG" val="#wm#"/>
  <p:tag name="KSO_WM_UNIT_TYPE" val="i"/>
  <p:tag name="KSO_WM_UNIT_INDEX" val="2"/>
</p:tagLst>
</file>

<file path=ppt/tags/tag3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UNIT_TYPE" val="i"/>
  <p:tag name="KSO_WM_UNIT_INDEX" val="3"/>
</p:tagLst>
</file>

<file path=ppt/tags/tag3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4"/>
  <p:tag name="KSO_WM_UNIT_LAYERLEVEL" val="1"/>
  <p:tag name="KSO_WM_TAG_VERSION" val="3.0"/>
  <p:tag name="KSO_WM_UNIT_TYPE" val="i"/>
  <p:tag name="KSO_WM_UNIT_INDEX" val="4"/>
</p:tagLst>
</file>

<file path=ppt/tags/tag3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5"/>
  <p:tag name="KSO_WM_UNIT_LAYERLEVEL" val="1"/>
  <p:tag name="KSO_WM_TAG_VERSION" val="3.0"/>
  <p:tag name="KSO_WM_UNIT_TYPE" val="i"/>
  <p:tag name="KSO_WM_UNIT_INDEX" val="5"/>
</p:tagLst>
</file>

<file path=ppt/tags/tag35.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3*i*6"/>
  <p:tag name="KSO_WM_UNIT_LAYERLEVEL" val="1"/>
  <p:tag name="KSO_WM_TAG_VERSION" val="3.0"/>
  <p:tag name="KSO_WM_UNIT_TYPE" val="i"/>
  <p:tag name="KSO_WM_UNIT_INDEX" val="6"/>
</p:tagLst>
</file>

<file path=ppt/tags/tag36.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32"/>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3*i*7"/>
  <p:tag name="KSO_WM_UNIT_LAYERLEVEL" val="1"/>
  <p:tag name="KSO_WM_TAG_VERSION" val="3.0"/>
  <p:tag name="KSO_WM_UNIT_TYPE" val="i"/>
  <p:tag name="KSO_WM_UNIT_INDEX" val="7"/>
</p:tagLst>
</file>

<file path=ppt/tags/tag37.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3"/>
  <p:tag name="KSO_WM_UNIT_LAYERLEVEL" val="1"/>
  <p:tag name="KSO_WM_TAG_VERSION" val="3.0"/>
  <p:tag name="KSO_WM_BEAUTIFY_FLAG" val="#wm#"/>
  <p:tag name="KSO_WM_UNIT_TYPE" val="i"/>
  <p:tag name="KSO_WM_UNIT_INDEX" val="13"/>
</p:tagLst>
</file>

<file path=ppt/tags/tag42.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66"/>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43.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BEAUTIFY_FLAG" val="#wm#"/>
  <p:tag name="KSO_WM_UNIT_TYPE" val="i"/>
  <p:tag name="KSO_WM_UNIT_INDEX" val="2"/>
</p:tagLst>
</file>

<file path=ppt/tags/tag44.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3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4*i*3"/>
  <p:tag name="KSO_WM_UNIT_LAYERLEVEL" val="1"/>
  <p:tag name="KSO_WM_TAG_VERSION" val="3.0"/>
  <p:tag name="KSO_WM_BEAUTIFY_FLAG" val="#wm#"/>
  <p:tag name="KSO_WM_UNIT_TYPE" val="i"/>
  <p:tag name="KSO_WM_UNIT_INDEX" val="3"/>
</p:tagLst>
</file>

<file path=ppt/tags/tag45.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7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4*i*4"/>
  <p:tag name="KSO_WM_UNIT_LAYERLEVEL" val="1"/>
  <p:tag name="KSO_WM_TAG_VERSION" val="3.0"/>
  <p:tag name="KSO_WM_BEAUTIFY_FLAG" val="#wm#"/>
  <p:tag name="KSO_WM_UNIT_TYPE" val="i"/>
  <p:tag name="KSO_WM_UNIT_INDEX" val="4"/>
</p:tagLst>
</file>

<file path=ppt/tags/tag4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5"/>
  <p:tag name="KSO_WM_UNIT_LAYERLEVEL" val="1"/>
  <p:tag name="KSO_WM_TAG_VERSION" val="3.0"/>
  <p:tag name="KSO_WM_UNIT_TYPE" val="i"/>
  <p:tag name="KSO_WM_UNIT_INDEX" val="5"/>
</p:tagLst>
</file>

<file path=ppt/tags/tag4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6"/>
  <p:tag name="KSO_WM_UNIT_LAYERLEVEL" val="1"/>
  <p:tag name="KSO_WM_TAG_VERSION" val="3.0"/>
  <p:tag name="KSO_WM_UNIT_TYPE" val="i"/>
  <p:tag name="KSO_WM_UNIT_INDEX" val="6"/>
</p:tagLst>
</file>

<file path=ppt/tags/tag4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7"/>
  <p:tag name="KSO_WM_UNIT_LAYERLEVEL" val="1"/>
  <p:tag name="KSO_WM_TAG_VERSION" val="3.0"/>
  <p:tag name="KSO_WM_UNIT_TYPE" val="i"/>
  <p:tag name="KSO_WM_UNIT_INDEX" val="7"/>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8"/>
  <p:tag name="KSO_WM_UNIT_LAYERLEVEL" val="1"/>
  <p:tag name="KSO_WM_TAG_VERSION" val="3.0"/>
  <p:tag name="KSO_WM_BEAUTIFY_FLAG" val="#wm#"/>
  <p:tag name="KSO_WM_UNIT_TYPE" val="i"/>
  <p:tag name="KSO_WM_UNIT_INDEX" val="8"/>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9"/>
  <p:tag name="KSO_WM_UNIT_LAYERLEVEL" val="1"/>
  <p:tag name="KSO_WM_TAG_VERSION" val="3.0"/>
  <p:tag name="KSO_WM_BEAUTIFY_FLAG" val="#wm#"/>
  <p:tag name="KSO_WM_UNIT_TYPE" val="i"/>
  <p:tag name="KSO_WM_UNIT_INDEX" val="9"/>
</p:tagLst>
</file>

<file path=ppt/tags/tag5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10"/>
  <p:tag name="KSO_WM_UNIT_LAYERLEVEL" val="1"/>
  <p:tag name="KSO_WM_TAG_VERSION" val="3.0"/>
  <p:tag name="KSO_WM_UNIT_TYPE" val="i"/>
  <p:tag name="KSO_WM_UNIT_INDEX" val="10"/>
</p:tagLst>
</file>

<file path=ppt/tags/tag52.xml><?xml version="1.0" encoding="utf-8"?>
<p:tagLst xmlns:p="http://schemas.openxmlformats.org/presentationml/2006/main">
  <p:tag name="KSO_WM_BEAUTIFY_FLAG" val="#wm#"/>
  <p:tag name="KSO_WM_UNIT_FILL_FORE_SCHEMECOLOR_INDEX_BRIGHTNESS" val="0"/>
  <p:tag name="KSO_WM_UNIT_FILL_FORE_SCHEMECOLOR_INDEX" val="5"/>
  <p:tag name="KSO_WM_UNIT_FILL_TYPE" val="1"/>
  <p:tag name="KSO_WM_UNIT_HIGHLIGHT" val="0"/>
  <p:tag name="KSO_WM_UNIT_COMPATIBLE" val="0"/>
  <p:tag name="KSO_WM_UNIT_DIAGRAM_ISNUMVISUAL" val="0"/>
  <p:tag name="KSO_WM_UNIT_DIAGRAM_ISREFERUNIT" val="0"/>
  <p:tag name="KSO_WM_UNIT_ID" val="_4*i*11"/>
  <p:tag name="KSO_WM_UNIT_LAYERLEVEL" val="1"/>
  <p:tag name="KSO_WM_TAG_VERSION" val="3.0"/>
  <p:tag name="KSO_WM_UNIT_TYPE" val="i"/>
  <p:tag name="KSO_WM_UNIT_INDEX" val="11"/>
</p:tagLst>
</file>

<file path=ppt/tags/tag53.xml><?xml version="1.0" encoding="utf-8"?>
<p:tagLst xmlns:p="http://schemas.openxmlformats.org/presentationml/2006/main">
  <p:tag name="KSO_WM_BEAUTIFY_FLAG" val="#wm#"/>
  <p:tag name="KSO_WM_UNIT_FILL_FORE_SCHEMECOLOR_INDEX_BRIGHTNESS" val="0"/>
  <p:tag name="KSO_WM_UNIT_FILL_FORE_SCHEMECOLOR_INDEX" val="8"/>
  <p:tag name="KSO_WM_UNIT_FILL_TYPE" val="1"/>
  <p:tag name="KSO_WM_UNIT_HIGHLIGHT" val="0"/>
  <p:tag name="KSO_WM_UNIT_COMPATIBLE" val="0"/>
  <p:tag name="KSO_WM_UNIT_DIAGRAM_ISNUMVISUAL" val="0"/>
  <p:tag name="KSO_WM_UNIT_DIAGRAM_ISREFERUNIT" val="0"/>
  <p:tag name="KSO_WM_UNIT_ID" val="_4*i*12"/>
  <p:tag name="KSO_WM_UNIT_LAYERLEVEL" val="1"/>
  <p:tag name="KSO_WM_TAG_VERSION" val="3.0"/>
  <p:tag name="KSO_WM_UNIT_TYPE" val="i"/>
  <p:tag name="KSO_WM_UNIT_INDEX" val="12"/>
</p:tagLst>
</file>

<file path=ppt/tags/tag54.xml><?xml version="1.0" encoding="utf-8"?>
<p:tagLst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contentchip"/>
</p:tagLst>
</file>

<file path=ppt/tags/tag55.xml><?xml version="1.0" encoding="utf-8"?>
<p:tagLst xmlns:p="http://schemas.openxmlformats.org/presentationml/2006/main">
  <p:tag name="KSO_WM_UNIT_PRESET_TEXT" val="PART ONE"/>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 name="KSO_WM_UNIT_CONTENT_GROUP_TYPE" val="contentchip"/>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i*5"/>
  <p:tag name="KSO_WM_UNIT_LAYERLEVEL" val="1"/>
  <p:tag name="KSO_WM_TAG_VERSION" val="3.0"/>
  <p:tag name="KSO_WM_BEAUTIFY_FLAG" val="#wm#"/>
  <p:tag name="KSO_WM_UNIT_TYPE" val="i"/>
  <p:tag name="KSO_WM_UNIT_INDEX" val="5"/>
</p:tagLst>
</file>

<file path=ppt/tags/tag6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 name="KSO_WM_UNIT_PRESET_TEXT" val="单击此处编辑母版文本样式&#10;第二级&#10;第三级&#10;第四级&#10;第五级"/>
</p:tagLst>
</file>

<file path=ppt/tags/tag6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 name="KSO_WM_UNIT_PRESET_TEXT" val="单击此处编辑母版文本样式&#10;第二级&#10;第三级&#10;第四级&#10;第五级"/>
</p:tagLst>
</file>

<file path=ppt/tags/tag62.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 name="KSO_WM_UNIT_CONTENT_GROUP_TYPE" val="titlestyle"/>
</p:tagLst>
</file>

<file path=ppt/tags/tag63.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5*i*1"/>
  <p:tag name="KSO_WM_UNIT_LAYERLEVEL" val="1"/>
  <p:tag name="KSO_WM_TAG_VERSION" val="3.0"/>
  <p:tag name="KSO_WM_UNIT_CONTENT_GROUP_TYPE" val="titlestyle"/>
  <p:tag name="KSO_WM_UNIT_TYPE" val="i"/>
  <p:tag name="KSO_WM_UNIT_INDEX" val="1"/>
</p:tagLst>
</file>

<file path=ppt/tags/tag64.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5*i*2"/>
  <p:tag name="KSO_WM_UNIT_LAYERLEVEL" val="1"/>
  <p:tag name="KSO_WM_TAG_VERSION" val="3.0"/>
  <p:tag name="KSO_WM_UNIT_CONTENT_GROUP_TYPE" val="titlestyle"/>
  <p:tag name="KSO_WM_UNIT_TYPE" val="i"/>
  <p:tag name="KSO_WM_UNIT_INDEX" val="2"/>
</p:tagLst>
</file>

<file path=ppt/tags/tag65.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5*i*3"/>
  <p:tag name="KSO_WM_UNIT_LAYERLEVEL" val="1"/>
  <p:tag name="KSO_WM_TAG_VERSION" val="3.0"/>
  <p:tag name="KSO_WM_UNIT_CONTENT_GROUP_TYPE" val="titlestyle"/>
  <p:tag name="KSO_WM_UNIT_TYPE" val="i"/>
  <p:tag name="KSO_WM_UNIT_INDEX" val="3"/>
</p:tagLst>
</file>

<file path=ppt/tags/tag66.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5*i*4"/>
  <p:tag name="KSO_WM_UNIT_LAYERLEVEL" val="1"/>
  <p:tag name="KSO_WM_TAG_VERSION" val="3.0"/>
  <p:tag name="KSO_WM_UNIT_CONTENT_GROUP_TYPE" val="titlestyle"/>
  <p:tag name="KSO_WM_UNIT_TYPE" val="i"/>
  <p:tag name="KSO_WM_UNIT_INDEX" val="4"/>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i*5"/>
  <p:tag name="KSO_WM_UNIT_LAYERLEVEL" val="1"/>
  <p:tag name="KSO_WM_TAG_VERSION" val="3.0"/>
  <p:tag name="KSO_WM_BEAUTIFY_FLAG" val="#wm#"/>
  <p:tag name="KSO_WM_UNIT_TYPE" val="i"/>
  <p:tag name="KSO_WM_UNIT_INDEX" val="5"/>
</p:tagLst>
</file>

<file path=ppt/tags/tag7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 name="KSO_WM_UNIT_PRESET_TEXT" val="单击此处编辑母版文本样式&#10;第二级&#10;第三级&#10;第四级&#10;第五级"/>
</p:tagLst>
</file>

<file path=ppt/tags/tag72.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7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 name="KSO_WM_UNIT_PRESET_TEXT" val="单击此处编辑母版文本样式&#10;第二级&#10;第三级&#10;第四级&#10;第五级"/>
</p:tagLst>
</file>

<file path=ppt/tags/tag74.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75.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 name="KSO_WM_UNIT_CONTENT_GROUP_TYPE" val="titlestyle"/>
</p:tagLst>
</file>

<file path=ppt/tags/tag76.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6*i*1"/>
  <p:tag name="KSO_WM_UNIT_LAYERLEVEL" val="1"/>
  <p:tag name="KSO_WM_TAG_VERSION" val="3.0"/>
  <p:tag name="KSO_WM_UNIT_CONTENT_GROUP_TYPE" val="titlestyle"/>
  <p:tag name="KSO_WM_UNIT_TYPE" val="i"/>
  <p:tag name="KSO_WM_UNIT_INDEX" val="1"/>
</p:tagLst>
</file>

<file path=ppt/tags/tag77.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6*i*2"/>
  <p:tag name="KSO_WM_UNIT_LAYERLEVEL" val="1"/>
  <p:tag name="KSO_WM_TAG_VERSION" val="3.0"/>
  <p:tag name="KSO_WM_UNIT_CONTENT_GROUP_TYPE" val="titlestyle"/>
  <p:tag name="KSO_WM_UNIT_TYPE" val="i"/>
  <p:tag name="KSO_WM_UNIT_INDEX" val="2"/>
</p:tagLst>
</file>

<file path=ppt/tags/tag78.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6*i*3"/>
  <p:tag name="KSO_WM_UNIT_LAYERLEVEL" val="1"/>
  <p:tag name="KSO_WM_TAG_VERSION" val="3.0"/>
  <p:tag name="KSO_WM_UNIT_CONTENT_GROUP_TYPE" val="titlestyle"/>
  <p:tag name="KSO_WM_UNIT_TYPE" val="i"/>
  <p:tag name="KSO_WM_UNIT_INDEX" val="3"/>
</p:tagLst>
</file>

<file path=ppt/tags/tag79.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6*i*4"/>
  <p:tag name="KSO_WM_UNIT_LAYERLEVEL" val="1"/>
  <p:tag name="KSO_WM_TAG_VERSION" val="3.0"/>
  <p:tag name="KSO_WM_UNIT_CONTENT_GROUP_TYPE" val="titlestyle"/>
  <p:tag name="KSO_WM_UNIT_TYPE" val="i"/>
  <p:tag name="KSO_WM_UNIT_INDEX" val="4"/>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i*5"/>
  <p:tag name="KSO_WM_UNIT_LAYERLEVEL" val="1"/>
  <p:tag name="KSO_WM_TAG_VERSION" val="3.0"/>
  <p:tag name="KSO_WM_BEAUTIFY_FLAG" val="#wm#"/>
  <p:tag name="KSO_WM_UNIT_TYPE" val="i"/>
  <p:tag name="KSO_WM_UNIT_INDEX" val="5"/>
</p:tagLst>
</file>

<file path=ppt/tags/tag84.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 name="KSO_WM_UNIT_CONTENT_GROUP_TYPE" val="titlestyle"/>
</p:tagLst>
</file>

<file path=ppt/tags/tag85.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7*i*1"/>
  <p:tag name="KSO_WM_UNIT_LAYERLEVEL" val="1"/>
  <p:tag name="KSO_WM_TAG_VERSION" val="3.0"/>
  <p:tag name="KSO_WM_UNIT_CONTENT_GROUP_TYPE" val="titlestyle"/>
  <p:tag name="KSO_WM_UNIT_TYPE" val="i"/>
  <p:tag name="KSO_WM_UNIT_INDEX" val="1"/>
</p:tagLst>
</file>

<file path=ppt/tags/tag86.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7*i*2"/>
  <p:tag name="KSO_WM_UNIT_LAYERLEVEL" val="1"/>
  <p:tag name="KSO_WM_TAG_VERSION" val="3.0"/>
  <p:tag name="KSO_WM_UNIT_CONTENT_GROUP_TYPE" val="titlestyle"/>
  <p:tag name="KSO_WM_UNIT_TYPE" val="i"/>
  <p:tag name="KSO_WM_UNIT_INDEX" val="2"/>
</p:tagLst>
</file>

<file path=ppt/tags/tag87.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7*i*3"/>
  <p:tag name="KSO_WM_UNIT_LAYERLEVEL" val="1"/>
  <p:tag name="KSO_WM_TAG_VERSION" val="3.0"/>
  <p:tag name="KSO_WM_UNIT_CONTENT_GROUP_TYPE" val="titlestyle"/>
  <p:tag name="KSO_WM_UNIT_TYPE" val="i"/>
  <p:tag name="KSO_WM_UNIT_INDEX" val="3"/>
</p:tagLst>
</file>

<file path=ppt/tags/tag88.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7*i*4"/>
  <p:tag name="KSO_WM_UNIT_LAYERLEVEL" val="1"/>
  <p:tag name="KSO_WM_TAG_VERSION" val="3.0"/>
  <p:tag name="KSO_WM_UNIT_CONTENT_GROUP_TYPE" val="titlestyle"/>
  <p:tag name="KSO_WM_UNIT_TYPE" val="i"/>
  <p:tag name="KSO_WM_UNIT_INDEX" val="4"/>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i*1"/>
  <p:tag name="KSO_WM_UNIT_LAYERLEVEL" val="1"/>
  <p:tag name="KSO_WM_TAG_VERSION" val="3.0"/>
  <p:tag name="KSO_WM_BEAUTIFY_FLAG" val="#wm#"/>
  <p:tag name="KSO_WM_UNIT_TYPE" val="i"/>
  <p:tag name="KSO_WM_UNIT_INDEX" val="1"/>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i*1"/>
  <p:tag name="KSO_WM_UNIT_LAYERLEVEL" val="1"/>
  <p:tag name="KSO_WM_TAG_VERSION" val="3.0"/>
  <p:tag name="KSO_WM_BEAUTIFY_FLAG" val="#wm#"/>
  <p:tag name="KSO_WM_UNIT_TYPE" val="i"/>
  <p:tag name="KSO_WM_UNIT_INDEX" val="1"/>
</p:tagLst>
</file>

<file path=ppt/tags/tag9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 name="KSO_WM_UNIT_PRESET_TEXT" val="单击此处编辑母版文本样式&#10;第二级&#10;第三级&#10;第四级&#10;第五级"/>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i*5"/>
  <p:tag name="KSO_WM_UNIT_LAYERLEVEL" val="1"/>
  <p:tag name="KSO_WM_TAG_VERSION" val="3.0"/>
  <p:tag name="KSO_WM_BEAUTIFY_FLAG" val="#wm#"/>
  <p:tag name="KSO_WM_UNIT_TYPE" val="i"/>
  <p:tag name="KSO_WM_UNIT_INDEX" val="5"/>
</p:tagLst>
</file>

<file path=ppt/tags/tag102.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 name="KSO_WM_UNIT_CONTENT_GROUP_TYPE" val="titlestyle"/>
</p:tagLst>
</file>

<file path=ppt/tags/tag103.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10*i*1"/>
  <p:tag name="KSO_WM_UNIT_LAYERLEVEL" val="1"/>
  <p:tag name="KSO_WM_TAG_VERSION" val="3.0"/>
  <p:tag name="KSO_WM_UNIT_CONTENT_GROUP_TYPE" val="titlestyle"/>
  <p:tag name="KSO_WM_UNIT_TYPE" val="i"/>
  <p:tag name="KSO_WM_UNIT_INDEX" val="1"/>
</p:tagLst>
</file>

<file path=ppt/tags/tag104.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10*i*2"/>
  <p:tag name="KSO_WM_UNIT_LAYERLEVEL" val="1"/>
  <p:tag name="KSO_WM_TAG_VERSION" val="3.0"/>
  <p:tag name="KSO_WM_UNIT_CONTENT_GROUP_TYPE" val="titlestyle"/>
  <p:tag name="KSO_WM_UNIT_TYPE" val="i"/>
  <p:tag name="KSO_WM_UNIT_INDEX" val="2"/>
</p:tagLst>
</file>

<file path=ppt/tags/tag105.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10*i*3"/>
  <p:tag name="KSO_WM_UNIT_LAYERLEVEL" val="1"/>
  <p:tag name="KSO_WM_TAG_VERSION" val="3.0"/>
  <p:tag name="KSO_WM_UNIT_CONTENT_GROUP_TYPE" val="titlestyle"/>
  <p:tag name="KSO_WM_UNIT_TYPE" val="i"/>
  <p:tag name="KSO_WM_UNIT_INDEX" val="3"/>
</p:tagLst>
</file>

<file path=ppt/tags/tag106.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10*i*4"/>
  <p:tag name="KSO_WM_UNIT_LAYERLEVEL" val="1"/>
  <p:tag name="KSO_WM_TAG_VERSION" val="3.0"/>
  <p:tag name="KSO_WM_UNIT_CONTENT_GROUP_TYPE" val="titlestyle"/>
  <p:tag name="KSO_WM_UNIT_TYPE" val="i"/>
  <p:tag name="KSO_WM_UNIT_INDEX" val="4"/>
</p:tagLst>
</file>

<file path=ppt/tags/tag107.xml><?xml version="1.0" encoding="utf-8"?>
<p:tagLst xmlns:p="http://schemas.openxmlformats.org/presentationml/2006/main">
  <p:tag name="KSO_WM_UNIT_ISCONTENTSTITLE" val="0"/>
  <p:tag name="KSO_WM_UNIT_ISNUMDGMTITLE" val="0"/>
  <p:tag name="KSO_WM_UNIT_PRESET_TEXT" val="单击选择预设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 name="KSO_WM_UNIT_CONTENT_GROUP_TYPE" val="titlestyle"/>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1"/>
  <p:tag name="KSO_WM_UNIT_LAYERLEVEL" val="1"/>
  <p:tag name="KSO_WM_TAG_VERSION" val="3.0"/>
  <p:tag name="KSO_WM_BEAUTIFY_FLAG" val="#wm#"/>
  <p:tag name="KSO_WM_UNIT_TYPE" val="i"/>
  <p:tag name="KSO_WM_UNIT_INDEX" val="11"/>
</p:tagLst>
</file>

<file path=ppt/tags/tag112.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66"/>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113.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7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Lst>
</file>

<file path=ppt/tags/tag11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3"/>
  <p:tag name="KSO_WM_UNIT_LAYERLEVEL" val="1"/>
  <p:tag name="KSO_WM_TAG_VERSION" val="3.0"/>
  <p:tag name="KSO_WM_UNIT_TYPE" val="i"/>
  <p:tag name="KSO_WM_UNIT_INDEX" val="3"/>
</p:tagLst>
</file>

<file path=ppt/tags/tag11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4"/>
  <p:tag name="KSO_WM_UNIT_LAYERLEVEL" val="1"/>
  <p:tag name="KSO_WM_TAG_VERSION" val="3.0"/>
  <p:tag name="KSO_WM_UNIT_TYPE" val="i"/>
  <p:tag name="KSO_WM_UNIT_INDEX" val="4"/>
</p:tagLst>
</file>

<file path=ppt/tags/tag11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5"/>
  <p:tag name="KSO_WM_UNIT_LAYERLEVEL" val="1"/>
  <p:tag name="KSO_WM_TAG_VERSION" val="3.0"/>
  <p:tag name="KSO_WM_UNIT_TYPE" val="i"/>
  <p:tag name="KSO_WM_UNIT_INDEX" val="5"/>
</p:tagLst>
</file>

<file path=ppt/tags/tag117.xml><?xml version="1.0" encoding="utf-8"?>
<p:tagLst xmlns:p="http://schemas.openxmlformats.org/presentationml/2006/main">
  <p:tag name="KSO_WM_BEAUTIFY_FLAG" val="#wm#"/>
  <p:tag name="KSO_WM_UNIT_FILL_FORE_SCHEMECOLOR_INDEX_BRIGHTNESS" val="0"/>
  <p:tag name="KSO_WM_UNIT_FILL_FORE_SCHEMECOLOR_INDEX" val="5"/>
  <p:tag name="KSO_WM_UNIT_FILL_TYPE" val="1"/>
  <p:tag name="KSO_WM_UNIT_HIGHLIGHT" val="0"/>
  <p:tag name="KSO_WM_UNIT_COMPATIBLE" val="0"/>
  <p:tag name="KSO_WM_UNIT_DIAGRAM_ISNUMVISUAL" val="0"/>
  <p:tag name="KSO_WM_UNIT_DIAGRAM_ISREFERUNIT" val="0"/>
  <p:tag name="KSO_WM_UNIT_ID" val="_11*i*6"/>
  <p:tag name="KSO_WM_UNIT_LAYERLEVEL" val="1"/>
  <p:tag name="KSO_WM_TAG_VERSION" val="3.0"/>
  <p:tag name="KSO_WM_UNIT_TYPE" val="i"/>
  <p:tag name="KSO_WM_UNIT_INDEX" val="6"/>
</p:tagLst>
</file>

<file path=ppt/tags/tag118.xml><?xml version="1.0" encoding="utf-8"?>
<p:tagLst xmlns:p="http://schemas.openxmlformats.org/presentationml/2006/main">
  <p:tag name="KSO_WM_BEAUTIFY_FLAG" val="#wm#"/>
  <p:tag name="KSO_WM_UNIT_FILL_FORE_SCHEMECOLOR_INDEX_BRIGHTNESS" val="0"/>
  <p:tag name="KSO_WM_UNIT_FILL_FORE_SCHEMECOLOR_INDEX" val="8"/>
  <p:tag name="KSO_WM_UNIT_FILL_TYPE" val="1"/>
  <p:tag name="KSO_WM_UNIT_HIGHLIGHT" val="0"/>
  <p:tag name="KSO_WM_UNIT_COMPATIBLE" val="0"/>
  <p:tag name="KSO_WM_UNIT_DIAGRAM_ISNUMVISUAL" val="0"/>
  <p:tag name="KSO_WM_UNIT_DIAGRAM_ISREFERUNIT" val="0"/>
  <p:tag name="KSO_WM_UNIT_ID" val="_11*i*7"/>
  <p:tag name="KSO_WM_UNIT_LAYERLEVEL" val="1"/>
  <p:tag name="KSO_WM_TAG_VERSION" val="3.0"/>
  <p:tag name="KSO_WM_UNIT_TYPE" val="i"/>
  <p:tag name="KSO_WM_UNIT_INDEX" val="7"/>
</p:tagLst>
</file>

<file path=ppt/tags/tag119.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11*i*8"/>
  <p:tag name="KSO_WM_UNIT_LAYERLEVEL" val="1"/>
  <p:tag name="KSO_WM_TAG_VERSION" val="3.0"/>
  <p:tag name="KSO_WM_UNIT_TYPE" val="i"/>
  <p:tag name="KSO_WM_UNIT_INDEX" val="8"/>
</p:tagLst>
</file>

<file path=ppt/tags/tag120.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32"/>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11*i*9"/>
  <p:tag name="KSO_WM_UNIT_LAYERLEVEL" val="1"/>
  <p:tag name="KSO_WM_TAG_VERSION" val="3.0"/>
  <p:tag name="KSO_WM_UNIT_TYPE" val="i"/>
  <p:tag name="KSO_WM_UNIT_INDEX" val="9"/>
</p:tagLst>
</file>

<file path=ppt/tags/tag121.xml><?xml version="1.0" encoding="utf-8"?>
<p:tagLst xmlns:p="http://schemas.openxmlformats.org/presentationml/2006/main">
  <p:tag name="KSO_WM_UNIT_ISCONTENTSTITLE" val="0"/>
  <p:tag name="KSO_WM_UNIT_ISNUMDGMTITLE" val="0"/>
  <p:tag name="KSO_WM_UNIT_PRESET_TEXT" val="THANK YOU"/>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 name="KSO_WM_UNIT_CONTENT_GROUP_TYPE" val="contentchip"/>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127.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UNIT_CONTENT_GROUP_TYPE" val="titlestyle"/>
  <p:tag name="KSO_WM_UNIT_TYPE" val="i"/>
  <p:tag name="KSO_WM_UNIT_INDEX" val="2"/>
</p:tagLst>
</file>

<file path=ppt/tags/tag128.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0*i*3"/>
  <p:tag name="KSO_WM_UNIT_LAYERLEVEL" val="1"/>
  <p:tag name="KSO_WM_TAG_VERSION" val="3.0"/>
  <p:tag name="KSO_WM_UNIT_CONTENT_GROUP_TYPE" val="titlestyle"/>
  <p:tag name="KSO_WM_UNIT_TYPE" val="i"/>
  <p:tag name="KSO_WM_UNIT_INDEX" val="3"/>
</p:tagLst>
</file>

<file path=ppt/tags/tag129.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0*i*4"/>
  <p:tag name="KSO_WM_UNIT_LAYERLEVEL" val="1"/>
  <p:tag name="KSO_WM_TAG_VERSION" val="3.0"/>
  <p:tag name="KSO_WM_UNIT_CONTENT_GROUP_TYPE" val="titlestyle"/>
  <p:tag name="KSO_WM_UNIT_TYPE" val="i"/>
  <p:tag name="KSO_WM_UNIT_INDEX" val="4"/>
</p:tagLst>
</file>

<file path=ppt/tags/tag130.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0*i*5"/>
  <p:tag name="KSO_WM_UNIT_LAYERLEVEL" val="1"/>
  <p:tag name="KSO_WM_TAG_VERSION" val="3.0"/>
  <p:tag name="KSO_WM_UNIT_CONTENT_GROUP_TYPE" val="titlestyle"/>
  <p:tag name="KSO_WM_UNIT_TYPE" val="i"/>
  <p:tag name="KSO_WM_UNIT_INDEX" val="5"/>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TEMPLATE_CATEGORY" val="custom"/>
  <p:tag name="KSO_WM_TEMPLATE_INDEX" val="20233437"/>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3437"/>
</p:tagLst>
</file>

<file path=ppt/tags/tag136.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437"/>
  <p:tag name="KSO_WM_TEMPLATE_THUMBS_INDEX" val="1、9"/>
  <p:tag name="KSO_WM_SPECIAL_SOURCE" val="bdnull"/>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3"/>
  <p:tag name="KSO_WM_UNIT_LAYERLEVEL" val="1"/>
  <p:tag name="KSO_WM_TAG_VERSION" val="3.0"/>
  <p:tag name="KSO_WM_BEAUTIFY_FLAG" val="#wm#"/>
  <p:tag name="KSO_WM_UNIT_TYPE" val="i"/>
  <p:tag name="KSO_WM_UNIT_INDEX" val="13"/>
</p:tagLst>
</file>

<file path=ppt/tags/tag138.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66"/>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139.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140.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3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141.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7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3.0"/>
  <p:tag name="KSO_WM_BEAUTIFY_FLAG" val="#wm#"/>
</p:tagLst>
</file>

<file path=ppt/tags/tag14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3.0"/>
</p:tagLst>
</file>

<file path=ppt/tags/tag14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6"/>
  <p:tag name="KSO_WM_UNIT_ID" val="_1*i*6"/>
  <p:tag name="KSO_WM_UNIT_LAYERLEVEL" val="1"/>
  <p:tag name="KSO_WM_TAG_VERSION" val="3.0"/>
</p:tagLst>
</file>

<file path=ppt/tags/tag14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7"/>
  <p:tag name="KSO_WM_UNIT_ID" val="_1*i*7"/>
  <p:tag name="KSO_WM_UNIT_LAYERLEVEL" val="1"/>
  <p:tag name="KSO_WM_TAG_VERSION" val="3.0"/>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1*i*8"/>
  <p:tag name="KSO_WM_UNIT_LAYERLEVEL" val="1"/>
  <p:tag name="KSO_WM_TAG_VERSION" val="3.0"/>
  <p:tag name="KSO_WM_BEAUTIFY_FLAG" val="#wm#"/>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1*i*9"/>
  <p:tag name="KSO_WM_UNIT_LAYERLEVEL" val="1"/>
  <p:tag name="KSO_WM_TAG_VERSION" val="3.0"/>
  <p:tag name="KSO_WM_BEAUTIFY_FLAG" val="#wm#"/>
</p:tagLst>
</file>

<file path=ppt/tags/tag14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0"/>
  <p:tag name="KSO_WM_UNIT_ID" val="_1*i*10"/>
  <p:tag name="KSO_WM_UNIT_LAYERLEVEL" val="1"/>
  <p:tag name="KSO_WM_TAG_VERSION" val="3.0"/>
</p:tagLst>
</file>

<file path=ppt/tags/tag148.xml><?xml version="1.0" encoding="utf-8"?>
<p:tagLst xmlns:p="http://schemas.openxmlformats.org/presentationml/2006/main">
  <p:tag name="KSO_WM_BEAUTIFY_FLAG" val="#wm#"/>
  <p:tag name="KSO_WM_UNIT_FILL_FORE_SCHEMECOLOR_INDEX_BRIGHTNESS" val="0"/>
  <p:tag name="KSO_WM_UNIT_FILL_FORE_SCHEMECOLOR_INDEX" val="5"/>
  <p:tag name="KSO_WM_UNIT_FILL_TYPE" val="1"/>
  <p:tag name="KSO_WM_UNIT_HIGHLIGHT" val="0"/>
  <p:tag name="KSO_WM_UNIT_COMPATIBLE" val="0"/>
  <p:tag name="KSO_WM_UNIT_DIAGRAM_ISNUMVISUAL" val="0"/>
  <p:tag name="KSO_WM_UNIT_DIAGRAM_ISREFERUNIT" val="0"/>
  <p:tag name="KSO_WM_UNIT_TYPE" val="i"/>
  <p:tag name="KSO_WM_UNIT_INDEX" val="11"/>
  <p:tag name="KSO_WM_UNIT_ID" val="_1*i*11"/>
  <p:tag name="KSO_WM_UNIT_LAYERLEVEL" val="1"/>
  <p:tag name="KSO_WM_TAG_VERSION" val="3.0"/>
</p:tagLst>
</file>

<file path=ppt/tags/tag149.xml><?xml version="1.0" encoding="utf-8"?>
<p:tagLst xmlns:p="http://schemas.openxmlformats.org/presentationml/2006/main">
  <p:tag name="KSO_WM_BEAUTIFY_FLAG" val="#wm#"/>
  <p:tag name="KSO_WM_UNIT_FILL_FORE_SCHEMECOLOR_INDEX_BRIGHTNESS" val="0"/>
  <p:tag name="KSO_WM_UNIT_FILL_FORE_SCHEMECOLOR_INDEX" val="8"/>
  <p:tag name="KSO_WM_UNIT_FILL_TYPE" val="1"/>
  <p:tag name="KSO_WM_UNIT_HIGHLIGHT" val="0"/>
  <p:tag name="KSO_WM_UNIT_COMPATIBLE" val="0"/>
  <p:tag name="KSO_WM_UNIT_DIAGRAM_ISNUMVISUAL" val="0"/>
  <p:tag name="KSO_WM_UNIT_DIAGRAM_ISREFERUNIT" val="0"/>
  <p:tag name="KSO_WM_UNIT_TYPE" val="i"/>
  <p:tag name="KSO_WM_UNIT_INDEX" val="12"/>
  <p:tag name="KSO_WM_UNIT_ID" val="_1*i*12"/>
  <p:tag name="KSO_WM_UNIT_LAYERLEVEL" val="1"/>
  <p:tag name="KSO_WM_TAG_VERSION" val="3.0"/>
</p:tagLst>
</file>

<file path=ppt/tags/tag150.xml><?xml version="1.0" encoding="utf-8"?>
<p:tagLst xmlns:p="http://schemas.openxmlformats.org/presentationml/2006/main">
  <p:tag name="KSO_WM_UNIT_ISCONTENTSTITLE" val="0"/>
  <p:tag name="KSO_WM_UNIT_ISNUMDGMTITLE" val="0"/>
  <p:tag name="KSO_WM_UNIT_PRESET_TEXT" val="Click to add subtitle"/>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 name="KSO_WM_UNIT_CONTENT_GROUP_TYPE" val="contentchip"/>
</p:tagLst>
</file>

<file path=ppt/tags/tag151.xml><?xml version="1.0" encoding="utf-8"?>
<p:tagLst xmlns:p="http://schemas.openxmlformats.org/presentationml/2006/main">
  <p:tag name="KSO_WM_UNIT_ISCONTENTSTITLE" val="0"/>
  <p:tag name="KSO_WM_UNIT_ISNUMDGMTITLE" val="0"/>
  <p:tag name="KSO_WM_UNIT_PRESET_TEXT" val="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contentchip"/>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i*5"/>
  <p:tag name="KSO_WM_UNIT_LAYERLEVEL" val="1"/>
  <p:tag name="KSO_WM_TAG_VERSION" val="3.0"/>
  <p:tag name="KSO_WM_BEAUTIFY_FLAG" val="#wm#"/>
  <p:tag name="KSO_WM_UNIT_TYPE" val="i"/>
  <p:tag name="KSO_WM_UNIT_INDEX" val="5"/>
</p:tagLst>
</file>

<file path=ppt/tags/tag15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15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 name="KSO_WM_UNIT_PRESET_TEXT" val="单击此处添加标题"/>
</p:tagLst>
</file>

<file path=ppt/tags/tag159.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2*i*1"/>
  <p:tag name="KSO_WM_UNIT_LAYERLEVEL" val="1"/>
  <p:tag name="KSO_WM_TAG_VERSION" val="3.0"/>
  <p:tag name="KSO_WM_UNIT_TYPE" val="i"/>
  <p:tag name="KSO_WM_UNIT_INDEX" val="1"/>
  <p:tag name="KSO_WM_UNIT_CONTENT_GROUP_TYPE" val="titlestyle"/>
</p:tagLst>
</file>

<file path=ppt/tags/tag160.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2*i*2"/>
  <p:tag name="KSO_WM_UNIT_LAYERLEVEL" val="1"/>
  <p:tag name="KSO_WM_TAG_VERSION" val="3.0"/>
  <p:tag name="KSO_WM_UNIT_TYPE" val="i"/>
  <p:tag name="KSO_WM_UNIT_INDEX" val="2"/>
  <p:tag name="KSO_WM_UNIT_CONTENT_GROUP_TYPE" val="titlestyle"/>
</p:tagLst>
</file>

<file path=ppt/tags/tag161.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2*i*3"/>
  <p:tag name="KSO_WM_UNIT_LAYERLEVEL" val="1"/>
  <p:tag name="KSO_WM_TAG_VERSION" val="3.0"/>
  <p:tag name="KSO_WM_UNIT_TYPE" val="i"/>
  <p:tag name="KSO_WM_UNIT_INDEX" val="3"/>
  <p:tag name="KSO_WM_UNIT_CONTENT_GROUP_TYPE" val="titlestyle"/>
</p:tagLst>
</file>

<file path=ppt/tags/tag162.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2*i*4"/>
  <p:tag name="KSO_WM_UNIT_LAYERLEVEL" val="1"/>
  <p:tag name="KSO_WM_TAG_VERSION" val="3.0"/>
  <p:tag name="KSO_WM_UNIT_CONTENT_GROUP_TYPE" val="titlestyle"/>
  <p:tag name="KSO_WM_UNIT_TYPE" val="i"/>
  <p:tag name="KSO_WM_UNIT_INDEX" val="4"/>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BEAUTIFY_FLAG" val="#wm#"/>
  <p:tag name="KSO_WM_UNIT_TYPE" val="i"/>
  <p:tag name="KSO_WM_UNIT_INDEX" val="1"/>
</p:tagLst>
</file>

<file path=ppt/tags/tag167.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7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BEAUTIFY_FLAG" val="#wm#"/>
  <p:tag name="KSO_WM_UNIT_TYPE" val="i"/>
  <p:tag name="KSO_WM_UNIT_INDEX" val="2"/>
</p:tagLst>
</file>

<file path=ppt/tags/tag16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UNIT_TYPE" val="i"/>
  <p:tag name="KSO_WM_UNIT_INDEX" val="3"/>
</p:tagLst>
</file>

<file path=ppt/tags/tag16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4"/>
  <p:tag name="KSO_WM_UNIT_LAYERLEVEL" val="1"/>
  <p:tag name="KSO_WM_TAG_VERSION" val="3.0"/>
  <p:tag name="KSO_WM_UNIT_TYPE" val="i"/>
  <p:tag name="KSO_WM_UNIT_INDEX" val="4"/>
</p:tagLst>
</file>

<file path=ppt/tags/tag17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5"/>
  <p:tag name="KSO_WM_UNIT_LAYERLEVEL" val="1"/>
  <p:tag name="KSO_WM_TAG_VERSION" val="3.0"/>
  <p:tag name="KSO_WM_UNIT_TYPE" val="i"/>
  <p:tag name="KSO_WM_UNIT_INDEX" val="5"/>
</p:tagLst>
</file>

<file path=ppt/tags/tag171.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3*i*6"/>
  <p:tag name="KSO_WM_UNIT_LAYERLEVEL" val="1"/>
  <p:tag name="KSO_WM_TAG_VERSION" val="3.0"/>
  <p:tag name="KSO_WM_UNIT_TYPE" val="i"/>
  <p:tag name="KSO_WM_UNIT_INDEX" val="6"/>
</p:tagLst>
</file>

<file path=ppt/tags/tag172.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32"/>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3*i*7"/>
  <p:tag name="KSO_WM_UNIT_LAYERLEVEL" val="1"/>
  <p:tag name="KSO_WM_TAG_VERSION" val="3.0"/>
  <p:tag name="KSO_WM_UNIT_TYPE" val="i"/>
  <p:tag name="KSO_WM_UNIT_INDEX" val="7"/>
</p:tagLst>
</file>

<file path=ppt/tags/tag173.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3"/>
  <p:tag name="KSO_WM_UNIT_LAYERLEVEL" val="1"/>
  <p:tag name="KSO_WM_TAG_VERSION" val="3.0"/>
  <p:tag name="KSO_WM_BEAUTIFY_FLAG" val="#wm#"/>
  <p:tag name="KSO_WM_UNIT_TYPE" val="i"/>
  <p:tag name="KSO_WM_UNIT_INDEX" val="13"/>
</p:tagLst>
</file>

<file path=ppt/tags/tag178.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66"/>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179.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BEAUTIFY_FLAG" val="#wm#"/>
  <p:tag name="KSO_WM_UNIT_TYPE" val="i"/>
  <p:tag name="KSO_WM_UNIT_INDEX" val="2"/>
</p:tagLst>
</file>

<file path=ppt/tags/tag180.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3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4*i*3"/>
  <p:tag name="KSO_WM_UNIT_LAYERLEVEL" val="1"/>
  <p:tag name="KSO_WM_TAG_VERSION" val="3.0"/>
  <p:tag name="KSO_WM_BEAUTIFY_FLAG" val="#wm#"/>
  <p:tag name="KSO_WM_UNIT_TYPE" val="i"/>
  <p:tag name="KSO_WM_UNIT_INDEX" val="3"/>
</p:tagLst>
</file>

<file path=ppt/tags/tag181.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7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4*i*4"/>
  <p:tag name="KSO_WM_UNIT_LAYERLEVEL" val="1"/>
  <p:tag name="KSO_WM_TAG_VERSION" val="3.0"/>
  <p:tag name="KSO_WM_BEAUTIFY_FLAG" val="#wm#"/>
  <p:tag name="KSO_WM_UNIT_TYPE" val="i"/>
  <p:tag name="KSO_WM_UNIT_INDEX" val="4"/>
</p:tagLst>
</file>

<file path=ppt/tags/tag18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5"/>
  <p:tag name="KSO_WM_UNIT_LAYERLEVEL" val="1"/>
  <p:tag name="KSO_WM_TAG_VERSION" val="3.0"/>
  <p:tag name="KSO_WM_UNIT_TYPE" val="i"/>
  <p:tag name="KSO_WM_UNIT_INDEX" val="5"/>
</p:tagLst>
</file>

<file path=ppt/tags/tag18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6"/>
  <p:tag name="KSO_WM_UNIT_LAYERLEVEL" val="1"/>
  <p:tag name="KSO_WM_TAG_VERSION" val="3.0"/>
  <p:tag name="KSO_WM_UNIT_TYPE" val="i"/>
  <p:tag name="KSO_WM_UNIT_INDEX" val="6"/>
</p:tagLst>
</file>

<file path=ppt/tags/tag18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7"/>
  <p:tag name="KSO_WM_UNIT_LAYERLEVEL" val="1"/>
  <p:tag name="KSO_WM_TAG_VERSION" val="3.0"/>
  <p:tag name="KSO_WM_UNIT_TYPE" val="i"/>
  <p:tag name="KSO_WM_UNIT_INDEX" val="7"/>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8"/>
  <p:tag name="KSO_WM_UNIT_LAYERLEVEL" val="1"/>
  <p:tag name="KSO_WM_TAG_VERSION" val="3.0"/>
  <p:tag name="KSO_WM_BEAUTIFY_FLAG" val="#wm#"/>
  <p:tag name="KSO_WM_UNIT_TYPE" val="i"/>
  <p:tag name="KSO_WM_UNIT_INDEX" val="8"/>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9"/>
  <p:tag name="KSO_WM_UNIT_LAYERLEVEL" val="1"/>
  <p:tag name="KSO_WM_TAG_VERSION" val="3.0"/>
  <p:tag name="KSO_WM_BEAUTIFY_FLAG" val="#wm#"/>
  <p:tag name="KSO_WM_UNIT_TYPE" val="i"/>
  <p:tag name="KSO_WM_UNIT_INDEX" val="9"/>
</p:tagLst>
</file>

<file path=ppt/tags/tag18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10"/>
  <p:tag name="KSO_WM_UNIT_LAYERLEVEL" val="1"/>
  <p:tag name="KSO_WM_TAG_VERSION" val="3.0"/>
  <p:tag name="KSO_WM_UNIT_TYPE" val="i"/>
  <p:tag name="KSO_WM_UNIT_INDEX" val="10"/>
</p:tagLst>
</file>

<file path=ppt/tags/tag188.xml><?xml version="1.0" encoding="utf-8"?>
<p:tagLst xmlns:p="http://schemas.openxmlformats.org/presentationml/2006/main">
  <p:tag name="KSO_WM_BEAUTIFY_FLAG" val="#wm#"/>
  <p:tag name="KSO_WM_UNIT_FILL_FORE_SCHEMECOLOR_INDEX_BRIGHTNESS" val="0"/>
  <p:tag name="KSO_WM_UNIT_FILL_FORE_SCHEMECOLOR_INDEX" val="5"/>
  <p:tag name="KSO_WM_UNIT_FILL_TYPE" val="1"/>
  <p:tag name="KSO_WM_UNIT_HIGHLIGHT" val="0"/>
  <p:tag name="KSO_WM_UNIT_COMPATIBLE" val="0"/>
  <p:tag name="KSO_WM_UNIT_DIAGRAM_ISNUMVISUAL" val="0"/>
  <p:tag name="KSO_WM_UNIT_DIAGRAM_ISREFERUNIT" val="0"/>
  <p:tag name="KSO_WM_UNIT_ID" val="_4*i*11"/>
  <p:tag name="KSO_WM_UNIT_LAYERLEVEL" val="1"/>
  <p:tag name="KSO_WM_TAG_VERSION" val="3.0"/>
  <p:tag name="KSO_WM_UNIT_TYPE" val="i"/>
  <p:tag name="KSO_WM_UNIT_INDEX" val="11"/>
</p:tagLst>
</file>

<file path=ppt/tags/tag189.xml><?xml version="1.0" encoding="utf-8"?>
<p:tagLst xmlns:p="http://schemas.openxmlformats.org/presentationml/2006/main">
  <p:tag name="KSO_WM_BEAUTIFY_FLAG" val="#wm#"/>
  <p:tag name="KSO_WM_UNIT_FILL_FORE_SCHEMECOLOR_INDEX_BRIGHTNESS" val="0"/>
  <p:tag name="KSO_WM_UNIT_FILL_FORE_SCHEMECOLOR_INDEX" val="8"/>
  <p:tag name="KSO_WM_UNIT_FILL_TYPE" val="1"/>
  <p:tag name="KSO_WM_UNIT_HIGHLIGHT" val="0"/>
  <p:tag name="KSO_WM_UNIT_COMPATIBLE" val="0"/>
  <p:tag name="KSO_WM_UNIT_DIAGRAM_ISNUMVISUAL" val="0"/>
  <p:tag name="KSO_WM_UNIT_DIAGRAM_ISREFERUNIT" val="0"/>
  <p:tag name="KSO_WM_UNIT_ID" val="_4*i*12"/>
  <p:tag name="KSO_WM_UNIT_LAYERLEVEL" val="1"/>
  <p:tag name="KSO_WM_TAG_VERSION" val="3.0"/>
  <p:tag name="KSO_WM_UNIT_TYPE" val="i"/>
  <p:tag name="KSO_WM_UNIT_INDEX" val="12"/>
</p:tagLst>
</file>

<file path=ppt/tags/tag190.xml><?xml version="1.0" encoding="utf-8"?>
<p:tagLst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contentchip"/>
</p:tagLst>
</file>

<file path=ppt/tags/tag191.xml><?xml version="1.0" encoding="utf-8"?>
<p:tagLst xmlns:p="http://schemas.openxmlformats.org/presentationml/2006/main">
  <p:tag name="KSO_WM_UNIT_PRESET_TEXT" val="PART ONE"/>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 name="KSO_WM_UNIT_CONTENT_GROUP_TYPE" val="contentchip"/>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i*5"/>
  <p:tag name="KSO_WM_UNIT_LAYERLEVEL" val="1"/>
  <p:tag name="KSO_WM_TAG_VERSION" val="3.0"/>
  <p:tag name="KSO_WM_BEAUTIFY_FLAG" val="#wm#"/>
  <p:tag name="KSO_WM_UNIT_TYPE" val="i"/>
  <p:tag name="KSO_WM_UNIT_INDEX" val="5"/>
</p:tagLst>
</file>

<file path=ppt/tags/tag19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 name="KSO_WM_UNIT_PRESET_TEXT" val="单击此处编辑母版文本样式&#10;第二级&#10;第三级&#10;第四级&#10;第五级"/>
</p:tagLst>
</file>

<file path=ppt/tags/tag19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 name="KSO_WM_UNIT_PRESET_TEXT" val="单击此处编辑母版文本样式&#10;第二级&#10;第三级&#10;第四级&#10;第五级"/>
</p:tagLst>
</file>

<file path=ppt/tags/tag198.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 name="KSO_WM_UNIT_CONTENT_GROUP_TYPE" val="titlestyle"/>
</p:tagLst>
</file>

<file path=ppt/tags/tag199.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5*i*1"/>
  <p:tag name="KSO_WM_UNIT_LAYERLEVEL" val="1"/>
  <p:tag name="KSO_WM_TAG_VERSION" val="3.0"/>
  <p:tag name="KSO_WM_UNIT_CONTENT_GROUP_TYPE" val="titlestyle"/>
  <p:tag name="KSO_WM_UNIT_TYPE" val="i"/>
  <p:tag name="KSO_WM_UNIT_INDEX" val="1"/>
</p:tagLst>
</file>

<file path=ppt/tags/tag200.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5*i*2"/>
  <p:tag name="KSO_WM_UNIT_LAYERLEVEL" val="1"/>
  <p:tag name="KSO_WM_TAG_VERSION" val="3.0"/>
  <p:tag name="KSO_WM_UNIT_CONTENT_GROUP_TYPE" val="titlestyle"/>
  <p:tag name="KSO_WM_UNIT_TYPE" val="i"/>
  <p:tag name="KSO_WM_UNIT_INDEX" val="2"/>
</p:tagLst>
</file>

<file path=ppt/tags/tag201.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5*i*3"/>
  <p:tag name="KSO_WM_UNIT_LAYERLEVEL" val="1"/>
  <p:tag name="KSO_WM_TAG_VERSION" val="3.0"/>
  <p:tag name="KSO_WM_UNIT_CONTENT_GROUP_TYPE" val="titlestyle"/>
  <p:tag name="KSO_WM_UNIT_TYPE" val="i"/>
  <p:tag name="KSO_WM_UNIT_INDEX" val="3"/>
</p:tagLst>
</file>

<file path=ppt/tags/tag202.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5*i*4"/>
  <p:tag name="KSO_WM_UNIT_LAYERLEVEL" val="1"/>
  <p:tag name="KSO_WM_TAG_VERSION" val="3.0"/>
  <p:tag name="KSO_WM_UNIT_CONTENT_GROUP_TYPE" val="titlestyle"/>
  <p:tag name="KSO_WM_UNIT_TYPE" val="i"/>
  <p:tag name="KSO_WM_UNIT_INDEX" val="4"/>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i*5"/>
  <p:tag name="KSO_WM_UNIT_LAYERLEVEL" val="1"/>
  <p:tag name="KSO_WM_TAG_VERSION" val="3.0"/>
  <p:tag name="KSO_WM_BEAUTIFY_FLAG" val="#wm#"/>
  <p:tag name="KSO_WM_UNIT_TYPE" val="i"/>
  <p:tag name="KSO_WM_UNIT_INDEX" val="5"/>
</p:tagLst>
</file>

<file path=ppt/tags/tag20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 name="KSO_WM_UNIT_PRESET_TEXT" val="单击此处编辑母版文本样式&#10;第二级&#10;第三级&#10;第四级&#10;第五级"/>
</p:tagLst>
</file>

<file path=ppt/tags/tag208.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20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 name="KSO_WM_UNIT_PRESET_TEXT" val="单击此处编辑母版文本样式&#10;第二级&#10;第三级&#10;第四级&#10;第五级"/>
</p:tagLst>
</file>

<file path=ppt/tags/tag210.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211.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 name="KSO_WM_UNIT_CONTENT_GROUP_TYPE" val="titlestyle"/>
</p:tagLst>
</file>

<file path=ppt/tags/tag212.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6*i*1"/>
  <p:tag name="KSO_WM_UNIT_LAYERLEVEL" val="1"/>
  <p:tag name="KSO_WM_TAG_VERSION" val="3.0"/>
  <p:tag name="KSO_WM_UNIT_CONTENT_GROUP_TYPE" val="titlestyle"/>
  <p:tag name="KSO_WM_UNIT_TYPE" val="i"/>
  <p:tag name="KSO_WM_UNIT_INDEX" val="1"/>
</p:tagLst>
</file>

<file path=ppt/tags/tag213.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6*i*2"/>
  <p:tag name="KSO_WM_UNIT_LAYERLEVEL" val="1"/>
  <p:tag name="KSO_WM_TAG_VERSION" val="3.0"/>
  <p:tag name="KSO_WM_UNIT_CONTENT_GROUP_TYPE" val="titlestyle"/>
  <p:tag name="KSO_WM_UNIT_TYPE" val="i"/>
  <p:tag name="KSO_WM_UNIT_INDEX" val="2"/>
</p:tagLst>
</file>

<file path=ppt/tags/tag214.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6*i*3"/>
  <p:tag name="KSO_WM_UNIT_LAYERLEVEL" val="1"/>
  <p:tag name="KSO_WM_TAG_VERSION" val="3.0"/>
  <p:tag name="KSO_WM_UNIT_CONTENT_GROUP_TYPE" val="titlestyle"/>
  <p:tag name="KSO_WM_UNIT_TYPE" val="i"/>
  <p:tag name="KSO_WM_UNIT_INDEX" val="3"/>
</p:tagLst>
</file>

<file path=ppt/tags/tag215.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6*i*4"/>
  <p:tag name="KSO_WM_UNIT_LAYERLEVEL" val="1"/>
  <p:tag name="KSO_WM_TAG_VERSION" val="3.0"/>
  <p:tag name="KSO_WM_UNIT_CONTENT_GROUP_TYPE" val="titlestyle"/>
  <p:tag name="KSO_WM_UNIT_TYPE" val="i"/>
  <p:tag name="KSO_WM_UNIT_INDEX" val="4"/>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i*5"/>
  <p:tag name="KSO_WM_UNIT_LAYERLEVEL" val="1"/>
  <p:tag name="KSO_WM_TAG_VERSION" val="3.0"/>
  <p:tag name="KSO_WM_BEAUTIFY_FLAG" val="#wm#"/>
  <p:tag name="KSO_WM_UNIT_TYPE" val="i"/>
  <p:tag name="KSO_WM_UNIT_INDEX" val="5"/>
</p:tagLst>
</file>

<file path=ppt/tags/tag220.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 name="KSO_WM_UNIT_CONTENT_GROUP_TYPE" val="titlestyle"/>
</p:tagLst>
</file>

<file path=ppt/tags/tag221.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7*i*1"/>
  <p:tag name="KSO_WM_UNIT_LAYERLEVEL" val="1"/>
  <p:tag name="KSO_WM_TAG_VERSION" val="3.0"/>
  <p:tag name="KSO_WM_UNIT_CONTENT_GROUP_TYPE" val="titlestyle"/>
  <p:tag name="KSO_WM_UNIT_TYPE" val="i"/>
  <p:tag name="KSO_WM_UNIT_INDEX" val="1"/>
</p:tagLst>
</file>

<file path=ppt/tags/tag222.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7*i*2"/>
  <p:tag name="KSO_WM_UNIT_LAYERLEVEL" val="1"/>
  <p:tag name="KSO_WM_TAG_VERSION" val="3.0"/>
  <p:tag name="KSO_WM_UNIT_CONTENT_GROUP_TYPE" val="titlestyle"/>
  <p:tag name="KSO_WM_UNIT_TYPE" val="i"/>
  <p:tag name="KSO_WM_UNIT_INDEX" val="2"/>
</p:tagLst>
</file>

<file path=ppt/tags/tag223.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7*i*3"/>
  <p:tag name="KSO_WM_UNIT_LAYERLEVEL" val="1"/>
  <p:tag name="KSO_WM_TAG_VERSION" val="3.0"/>
  <p:tag name="KSO_WM_UNIT_CONTENT_GROUP_TYPE" val="titlestyle"/>
  <p:tag name="KSO_WM_UNIT_TYPE" val="i"/>
  <p:tag name="KSO_WM_UNIT_INDEX" val="3"/>
</p:tagLst>
</file>

<file path=ppt/tags/tag224.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7*i*4"/>
  <p:tag name="KSO_WM_UNIT_LAYERLEVEL" val="1"/>
  <p:tag name="KSO_WM_TAG_VERSION" val="3.0"/>
  <p:tag name="KSO_WM_UNIT_CONTENT_GROUP_TYPE" val="titlestyle"/>
  <p:tag name="KSO_WM_UNIT_TYPE" val="i"/>
  <p:tag name="KSO_WM_UNIT_INDEX" val="4"/>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i*1"/>
  <p:tag name="KSO_WM_UNIT_LAYERLEVEL" val="1"/>
  <p:tag name="KSO_WM_TAG_VERSION" val="3.0"/>
  <p:tag name="KSO_WM_BEAUTIFY_FLAG" val="#wm#"/>
  <p:tag name="KSO_WM_UNIT_TYPE" val="i"/>
  <p:tag name="KSO_WM_UNIT_INDEX" val="1"/>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i*1"/>
  <p:tag name="KSO_WM_UNIT_LAYERLEVEL" val="1"/>
  <p:tag name="KSO_WM_TAG_VERSION" val="3.0"/>
  <p:tag name="KSO_WM_BEAUTIFY_FLAG" val="#wm#"/>
  <p:tag name="KSO_WM_UNIT_TYPE" val="i"/>
  <p:tag name="KSO_WM_UNIT_INDEX" val="1"/>
</p:tagLst>
</file>

<file path=ppt/tags/tag23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 name="KSO_WM_UNIT_PRESET_TEXT" val="单击此处编辑母版文本样式&#10;第二级&#10;第三级&#10;第四级&#10;第五级"/>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i*5"/>
  <p:tag name="KSO_WM_UNIT_LAYERLEVEL" val="1"/>
  <p:tag name="KSO_WM_TAG_VERSION" val="3.0"/>
  <p:tag name="KSO_WM_BEAUTIFY_FLAG" val="#wm#"/>
  <p:tag name="KSO_WM_UNIT_TYPE" val="i"/>
  <p:tag name="KSO_WM_UNIT_INDEX" val="5"/>
</p:tagLst>
</file>

<file path=ppt/tags/tag238.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 name="KSO_WM_UNIT_CONTENT_GROUP_TYPE" val="titlestyle"/>
</p:tagLst>
</file>

<file path=ppt/tags/tag239.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10*i*1"/>
  <p:tag name="KSO_WM_UNIT_LAYERLEVEL" val="1"/>
  <p:tag name="KSO_WM_TAG_VERSION" val="3.0"/>
  <p:tag name="KSO_WM_UNIT_CONTENT_GROUP_TYPE" val="titlestyle"/>
  <p:tag name="KSO_WM_UNIT_TYPE" val="i"/>
  <p:tag name="KSO_WM_UNIT_INDEX" val="1"/>
</p:tagLst>
</file>

<file path=ppt/tags/tag240.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10*i*2"/>
  <p:tag name="KSO_WM_UNIT_LAYERLEVEL" val="1"/>
  <p:tag name="KSO_WM_TAG_VERSION" val="3.0"/>
  <p:tag name="KSO_WM_UNIT_CONTENT_GROUP_TYPE" val="titlestyle"/>
  <p:tag name="KSO_WM_UNIT_TYPE" val="i"/>
  <p:tag name="KSO_WM_UNIT_INDEX" val="2"/>
</p:tagLst>
</file>

<file path=ppt/tags/tag241.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10*i*3"/>
  <p:tag name="KSO_WM_UNIT_LAYERLEVEL" val="1"/>
  <p:tag name="KSO_WM_TAG_VERSION" val="3.0"/>
  <p:tag name="KSO_WM_UNIT_CONTENT_GROUP_TYPE" val="titlestyle"/>
  <p:tag name="KSO_WM_UNIT_TYPE" val="i"/>
  <p:tag name="KSO_WM_UNIT_INDEX" val="3"/>
</p:tagLst>
</file>

<file path=ppt/tags/tag242.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10*i*4"/>
  <p:tag name="KSO_WM_UNIT_LAYERLEVEL" val="1"/>
  <p:tag name="KSO_WM_TAG_VERSION" val="3.0"/>
  <p:tag name="KSO_WM_UNIT_CONTENT_GROUP_TYPE" val="titlestyle"/>
  <p:tag name="KSO_WM_UNIT_TYPE" val="i"/>
  <p:tag name="KSO_WM_UNIT_INDEX" val="4"/>
</p:tagLst>
</file>

<file path=ppt/tags/tag243.xml><?xml version="1.0" encoding="utf-8"?>
<p:tagLst xmlns:p="http://schemas.openxmlformats.org/presentationml/2006/main">
  <p:tag name="KSO_WM_UNIT_ISCONTENTSTITLE" val="0"/>
  <p:tag name="KSO_WM_UNIT_ISNUMDGMTITLE" val="0"/>
  <p:tag name="KSO_WM_UNIT_PRESET_TEXT" val="单击选择预设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 name="KSO_WM_UNIT_CONTENT_GROUP_TYPE" val="titlestyle"/>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1"/>
  <p:tag name="KSO_WM_UNIT_LAYERLEVEL" val="1"/>
  <p:tag name="KSO_WM_TAG_VERSION" val="3.0"/>
  <p:tag name="KSO_WM_BEAUTIFY_FLAG" val="#wm#"/>
  <p:tag name="KSO_WM_UNIT_TYPE" val="i"/>
  <p:tag name="KSO_WM_UNIT_INDEX" val="11"/>
</p:tagLst>
</file>

<file path=ppt/tags/tag248.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66"/>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249.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7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Lst>
</file>

<file path=ppt/tags/tag25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3"/>
  <p:tag name="KSO_WM_UNIT_LAYERLEVEL" val="1"/>
  <p:tag name="KSO_WM_TAG_VERSION" val="3.0"/>
  <p:tag name="KSO_WM_UNIT_TYPE" val="i"/>
  <p:tag name="KSO_WM_UNIT_INDEX" val="3"/>
</p:tagLst>
</file>

<file path=ppt/tags/tag25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4"/>
  <p:tag name="KSO_WM_UNIT_LAYERLEVEL" val="1"/>
  <p:tag name="KSO_WM_TAG_VERSION" val="3.0"/>
  <p:tag name="KSO_WM_UNIT_TYPE" val="i"/>
  <p:tag name="KSO_WM_UNIT_INDEX" val="4"/>
</p:tagLst>
</file>

<file path=ppt/tags/tag25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5"/>
  <p:tag name="KSO_WM_UNIT_LAYERLEVEL" val="1"/>
  <p:tag name="KSO_WM_TAG_VERSION" val="3.0"/>
  <p:tag name="KSO_WM_UNIT_TYPE" val="i"/>
  <p:tag name="KSO_WM_UNIT_INDEX" val="5"/>
</p:tagLst>
</file>

<file path=ppt/tags/tag253.xml><?xml version="1.0" encoding="utf-8"?>
<p:tagLst xmlns:p="http://schemas.openxmlformats.org/presentationml/2006/main">
  <p:tag name="KSO_WM_BEAUTIFY_FLAG" val="#wm#"/>
  <p:tag name="KSO_WM_UNIT_FILL_FORE_SCHEMECOLOR_INDEX_BRIGHTNESS" val="0"/>
  <p:tag name="KSO_WM_UNIT_FILL_FORE_SCHEMECOLOR_INDEX" val="5"/>
  <p:tag name="KSO_WM_UNIT_FILL_TYPE" val="1"/>
  <p:tag name="KSO_WM_UNIT_HIGHLIGHT" val="0"/>
  <p:tag name="KSO_WM_UNIT_COMPATIBLE" val="0"/>
  <p:tag name="KSO_WM_UNIT_DIAGRAM_ISNUMVISUAL" val="0"/>
  <p:tag name="KSO_WM_UNIT_DIAGRAM_ISREFERUNIT" val="0"/>
  <p:tag name="KSO_WM_UNIT_ID" val="_11*i*6"/>
  <p:tag name="KSO_WM_UNIT_LAYERLEVEL" val="1"/>
  <p:tag name="KSO_WM_TAG_VERSION" val="3.0"/>
  <p:tag name="KSO_WM_UNIT_TYPE" val="i"/>
  <p:tag name="KSO_WM_UNIT_INDEX" val="6"/>
</p:tagLst>
</file>

<file path=ppt/tags/tag254.xml><?xml version="1.0" encoding="utf-8"?>
<p:tagLst xmlns:p="http://schemas.openxmlformats.org/presentationml/2006/main">
  <p:tag name="KSO_WM_BEAUTIFY_FLAG" val="#wm#"/>
  <p:tag name="KSO_WM_UNIT_FILL_FORE_SCHEMECOLOR_INDEX_BRIGHTNESS" val="0"/>
  <p:tag name="KSO_WM_UNIT_FILL_FORE_SCHEMECOLOR_INDEX" val="8"/>
  <p:tag name="KSO_WM_UNIT_FILL_TYPE" val="1"/>
  <p:tag name="KSO_WM_UNIT_HIGHLIGHT" val="0"/>
  <p:tag name="KSO_WM_UNIT_COMPATIBLE" val="0"/>
  <p:tag name="KSO_WM_UNIT_DIAGRAM_ISNUMVISUAL" val="0"/>
  <p:tag name="KSO_WM_UNIT_DIAGRAM_ISREFERUNIT" val="0"/>
  <p:tag name="KSO_WM_UNIT_ID" val="_11*i*7"/>
  <p:tag name="KSO_WM_UNIT_LAYERLEVEL" val="1"/>
  <p:tag name="KSO_WM_TAG_VERSION" val="3.0"/>
  <p:tag name="KSO_WM_UNIT_TYPE" val="i"/>
  <p:tag name="KSO_WM_UNIT_INDEX" val="7"/>
</p:tagLst>
</file>

<file path=ppt/tags/tag255.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11*i*8"/>
  <p:tag name="KSO_WM_UNIT_LAYERLEVEL" val="1"/>
  <p:tag name="KSO_WM_TAG_VERSION" val="3.0"/>
  <p:tag name="KSO_WM_UNIT_TYPE" val="i"/>
  <p:tag name="KSO_WM_UNIT_INDEX" val="8"/>
</p:tagLst>
</file>

<file path=ppt/tags/tag256.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32"/>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11*i*9"/>
  <p:tag name="KSO_WM_UNIT_LAYERLEVEL" val="1"/>
  <p:tag name="KSO_WM_TAG_VERSION" val="3.0"/>
  <p:tag name="KSO_WM_UNIT_TYPE" val="i"/>
  <p:tag name="KSO_WM_UNIT_INDEX" val="9"/>
</p:tagLst>
</file>

<file path=ppt/tags/tag257.xml><?xml version="1.0" encoding="utf-8"?>
<p:tagLst xmlns:p="http://schemas.openxmlformats.org/presentationml/2006/main">
  <p:tag name="KSO_WM_UNIT_ISCONTENTSTITLE" val="0"/>
  <p:tag name="KSO_WM_UNIT_ISNUMDGMTITLE" val="0"/>
  <p:tag name="KSO_WM_UNIT_PRESET_TEXT" val="THANK YOU"/>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 name="KSO_WM_UNIT_CONTENT_GROUP_TYPE" val="contentchip"/>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2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263.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UNIT_CONTENT_GROUP_TYPE" val="titlestyle"/>
  <p:tag name="KSO_WM_UNIT_TYPE" val="i"/>
  <p:tag name="KSO_WM_UNIT_INDEX" val="2"/>
</p:tagLst>
</file>

<file path=ppt/tags/tag264.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0*i*3"/>
  <p:tag name="KSO_WM_UNIT_LAYERLEVEL" val="1"/>
  <p:tag name="KSO_WM_TAG_VERSION" val="3.0"/>
  <p:tag name="KSO_WM_UNIT_CONTENT_GROUP_TYPE" val="titlestyle"/>
  <p:tag name="KSO_WM_UNIT_TYPE" val="i"/>
  <p:tag name="KSO_WM_UNIT_INDEX" val="3"/>
</p:tagLst>
</file>

<file path=ppt/tags/tag265.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0*i*4"/>
  <p:tag name="KSO_WM_UNIT_LAYERLEVEL" val="1"/>
  <p:tag name="KSO_WM_TAG_VERSION" val="3.0"/>
  <p:tag name="KSO_WM_UNIT_CONTENT_GROUP_TYPE" val="titlestyle"/>
  <p:tag name="KSO_WM_UNIT_TYPE" val="i"/>
  <p:tag name="KSO_WM_UNIT_INDEX" val="4"/>
</p:tagLst>
</file>

<file path=ppt/tags/tag266.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0*i*5"/>
  <p:tag name="KSO_WM_UNIT_LAYERLEVEL" val="1"/>
  <p:tag name="KSO_WM_TAG_VERSION" val="3.0"/>
  <p:tag name="KSO_WM_UNIT_CONTENT_GROUP_TYPE" val="titlestyle"/>
  <p:tag name="KSO_WM_UNIT_TYPE" val="i"/>
  <p:tag name="KSO_WM_UNIT_INDEX" val="5"/>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TEMPLATE_CATEGORY" val="custom"/>
  <p:tag name="KSO_WM_TEMPLATE_INDEX" val="20233437"/>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3437"/>
</p:tagLst>
</file>

<file path=ppt/tags/tag272.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437"/>
  <p:tag name="KSO_WM_TEMPLATE_THUMBS_INDEX" val="1、9"/>
  <p:tag name="KSO_WM_SPECIAL_SOURCE" val="bdnull"/>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3"/>
  <p:tag name="KSO_WM_UNIT_LAYERLEVEL" val="1"/>
  <p:tag name="KSO_WM_TAG_VERSION" val="3.0"/>
  <p:tag name="KSO_WM_BEAUTIFY_FLAG" val="#wm#"/>
  <p:tag name="KSO_WM_UNIT_TYPE" val="i"/>
  <p:tag name="KSO_WM_UNIT_INDEX" val="13"/>
</p:tagLst>
</file>

<file path=ppt/tags/tag274.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66"/>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275.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276.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3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277.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7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3.0"/>
  <p:tag name="KSO_WM_BEAUTIFY_FLAG" val="#wm#"/>
</p:tagLst>
</file>

<file path=ppt/tags/tag27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3.0"/>
</p:tagLst>
</file>

<file path=ppt/tags/tag27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6"/>
  <p:tag name="KSO_WM_UNIT_ID" val="_1*i*6"/>
  <p:tag name="KSO_WM_UNIT_LAYERLEVEL" val="1"/>
  <p:tag name="KSO_WM_TAG_VERSION" val="3.0"/>
</p:tagLst>
</file>

<file path=ppt/tags/tag28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7"/>
  <p:tag name="KSO_WM_UNIT_ID" val="_1*i*7"/>
  <p:tag name="KSO_WM_UNIT_LAYERLEVEL" val="1"/>
  <p:tag name="KSO_WM_TAG_VERSION" val="3.0"/>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1*i*8"/>
  <p:tag name="KSO_WM_UNIT_LAYERLEVEL" val="1"/>
  <p:tag name="KSO_WM_TAG_VERSION" val="3.0"/>
  <p:tag name="KSO_WM_BEAUTIFY_FLAG" val="#wm#"/>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1*i*9"/>
  <p:tag name="KSO_WM_UNIT_LAYERLEVEL" val="1"/>
  <p:tag name="KSO_WM_TAG_VERSION" val="3.0"/>
  <p:tag name="KSO_WM_BEAUTIFY_FLAG" val="#wm#"/>
</p:tagLst>
</file>

<file path=ppt/tags/tag28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0"/>
  <p:tag name="KSO_WM_UNIT_ID" val="_1*i*10"/>
  <p:tag name="KSO_WM_UNIT_LAYERLEVEL" val="1"/>
  <p:tag name="KSO_WM_TAG_VERSION" val="3.0"/>
</p:tagLst>
</file>

<file path=ppt/tags/tag284.xml><?xml version="1.0" encoding="utf-8"?>
<p:tagLst xmlns:p="http://schemas.openxmlformats.org/presentationml/2006/main">
  <p:tag name="KSO_WM_BEAUTIFY_FLAG" val="#wm#"/>
  <p:tag name="KSO_WM_UNIT_FILL_FORE_SCHEMECOLOR_INDEX_BRIGHTNESS" val="0"/>
  <p:tag name="KSO_WM_UNIT_FILL_FORE_SCHEMECOLOR_INDEX" val="5"/>
  <p:tag name="KSO_WM_UNIT_FILL_TYPE" val="1"/>
  <p:tag name="KSO_WM_UNIT_HIGHLIGHT" val="0"/>
  <p:tag name="KSO_WM_UNIT_COMPATIBLE" val="0"/>
  <p:tag name="KSO_WM_UNIT_DIAGRAM_ISNUMVISUAL" val="0"/>
  <p:tag name="KSO_WM_UNIT_DIAGRAM_ISREFERUNIT" val="0"/>
  <p:tag name="KSO_WM_UNIT_TYPE" val="i"/>
  <p:tag name="KSO_WM_UNIT_INDEX" val="11"/>
  <p:tag name="KSO_WM_UNIT_ID" val="_1*i*11"/>
  <p:tag name="KSO_WM_UNIT_LAYERLEVEL" val="1"/>
  <p:tag name="KSO_WM_TAG_VERSION" val="3.0"/>
</p:tagLst>
</file>

<file path=ppt/tags/tag285.xml><?xml version="1.0" encoding="utf-8"?>
<p:tagLst xmlns:p="http://schemas.openxmlformats.org/presentationml/2006/main">
  <p:tag name="KSO_WM_BEAUTIFY_FLAG" val="#wm#"/>
  <p:tag name="KSO_WM_UNIT_FILL_FORE_SCHEMECOLOR_INDEX_BRIGHTNESS" val="0"/>
  <p:tag name="KSO_WM_UNIT_FILL_FORE_SCHEMECOLOR_INDEX" val="8"/>
  <p:tag name="KSO_WM_UNIT_FILL_TYPE" val="1"/>
  <p:tag name="KSO_WM_UNIT_HIGHLIGHT" val="0"/>
  <p:tag name="KSO_WM_UNIT_COMPATIBLE" val="0"/>
  <p:tag name="KSO_WM_UNIT_DIAGRAM_ISNUMVISUAL" val="0"/>
  <p:tag name="KSO_WM_UNIT_DIAGRAM_ISREFERUNIT" val="0"/>
  <p:tag name="KSO_WM_UNIT_TYPE" val="i"/>
  <p:tag name="KSO_WM_UNIT_INDEX" val="12"/>
  <p:tag name="KSO_WM_UNIT_ID" val="_1*i*12"/>
  <p:tag name="KSO_WM_UNIT_LAYERLEVEL" val="1"/>
  <p:tag name="KSO_WM_TAG_VERSION" val="3.0"/>
</p:tagLst>
</file>

<file path=ppt/tags/tag286.xml><?xml version="1.0" encoding="utf-8"?>
<p:tagLst xmlns:p="http://schemas.openxmlformats.org/presentationml/2006/main">
  <p:tag name="KSO_WM_UNIT_ISCONTENTSTITLE" val="0"/>
  <p:tag name="KSO_WM_UNIT_ISNUMDGMTITLE" val="0"/>
  <p:tag name="KSO_WM_UNIT_PRESET_TEXT" val="Click to add subtitle"/>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 name="KSO_WM_UNIT_CONTENT_GROUP_TYPE" val="contentchip"/>
</p:tagLst>
</file>

<file path=ppt/tags/tag287.xml><?xml version="1.0" encoding="utf-8"?>
<p:tagLst xmlns:p="http://schemas.openxmlformats.org/presentationml/2006/main">
  <p:tag name="KSO_WM_UNIT_ISCONTENTSTITLE" val="0"/>
  <p:tag name="KSO_WM_UNIT_ISNUMDGMTITLE" val="0"/>
  <p:tag name="KSO_WM_UNIT_PRESET_TEXT" val="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contentchip"/>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i*5"/>
  <p:tag name="KSO_WM_UNIT_LAYERLEVEL" val="1"/>
  <p:tag name="KSO_WM_TAG_VERSION" val="3.0"/>
  <p:tag name="KSO_WM_BEAUTIFY_FLAG" val="#wm#"/>
  <p:tag name="KSO_WM_UNIT_TYPE" val="i"/>
  <p:tag name="KSO_WM_UNIT_INDEX" val="5"/>
</p:tagLst>
</file>

<file path=ppt/tags/tag29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29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 name="KSO_WM_UNIT_PRESET_TEXT" val="单击此处添加标题"/>
</p:tagLst>
</file>

<file path=ppt/tags/tag295.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2*i*1"/>
  <p:tag name="KSO_WM_UNIT_LAYERLEVEL" val="1"/>
  <p:tag name="KSO_WM_TAG_VERSION" val="3.0"/>
  <p:tag name="KSO_WM_UNIT_TYPE" val="i"/>
  <p:tag name="KSO_WM_UNIT_INDEX" val="1"/>
  <p:tag name="KSO_WM_UNIT_CONTENT_GROUP_TYPE" val="titlestyle"/>
</p:tagLst>
</file>

<file path=ppt/tags/tag296.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2*i*2"/>
  <p:tag name="KSO_WM_UNIT_LAYERLEVEL" val="1"/>
  <p:tag name="KSO_WM_TAG_VERSION" val="3.0"/>
  <p:tag name="KSO_WM_UNIT_TYPE" val="i"/>
  <p:tag name="KSO_WM_UNIT_INDEX" val="2"/>
  <p:tag name="KSO_WM_UNIT_CONTENT_GROUP_TYPE" val="titlestyle"/>
</p:tagLst>
</file>

<file path=ppt/tags/tag297.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2*i*3"/>
  <p:tag name="KSO_WM_UNIT_LAYERLEVEL" val="1"/>
  <p:tag name="KSO_WM_TAG_VERSION" val="3.0"/>
  <p:tag name="KSO_WM_UNIT_TYPE" val="i"/>
  <p:tag name="KSO_WM_UNIT_INDEX" val="3"/>
  <p:tag name="KSO_WM_UNIT_CONTENT_GROUP_TYPE" val="titlestyle"/>
</p:tagLst>
</file>

<file path=ppt/tags/tag298.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2*i*4"/>
  <p:tag name="KSO_WM_UNIT_LAYERLEVEL" val="1"/>
  <p:tag name="KSO_WM_TAG_VERSION" val="3.0"/>
  <p:tag name="KSO_WM_UNIT_CONTENT_GROUP_TYPE" val="titlestyle"/>
  <p:tag name="KSO_WM_UNIT_TYPE" val="i"/>
  <p:tag name="KSO_WM_UNIT_INDEX" val="4"/>
</p:tagLst>
</file>

<file path=ppt/tags/tag2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BEAUTIFY_FLAG" val="#wm#"/>
  <p:tag name="KSO_WM_UNIT_TYPE" val="i"/>
  <p:tag name="KSO_WM_UNIT_INDEX" val="1"/>
</p:tagLst>
</file>

<file path=ppt/tags/tag303.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7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BEAUTIFY_FLAG" val="#wm#"/>
  <p:tag name="KSO_WM_UNIT_TYPE" val="i"/>
  <p:tag name="KSO_WM_UNIT_INDEX" val="2"/>
</p:tagLst>
</file>

<file path=ppt/tags/tag30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UNIT_TYPE" val="i"/>
  <p:tag name="KSO_WM_UNIT_INDEX" val="3"/>
</p:tagLst>
</file>

<file path=ppt/tags/tag30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4"/>
  <p:tag name="KSO_WM_UNIT_LAYERLEVEL" val="1"/>
  <p:tag name="KSO_WM_TAG_VERSION" val="3.0"/>
  <p:tag name="KSO_WM_UNIT_TYPE" val="i"/>
  <p:tag name="KSO_WM_UNIT_INDEX" val="4"/>
</p:tagLst>
</file>

<file path=ppt/tags/tag30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5"/>
  <p:tag name="KSO_WM_UNIT_LAYERLEVEL" val="1"/>
  <p:tag name="KSO_WM_TAG_VERSION" val="3.0"/>
  <p:tag name="KSO_WM_UNIT_TYPE" val="i"/>
  <p:tag name="KSO_WM_UNIT_INDEX" val="5"/>
</p:tagLst>
</file>

<file path=ppt/tags/tag307.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3*i*6"/>
  <p:tag name="KSO_WM_UNIT_LAYERLEVEL" val="1"/>
  <p:tag name="KSO_WM_TAG_VERSION" val="3.0"/>
  <p:tag name="KSO_WM_UNIT_TYPE" val="i"/>
  <p:tag name="KSO_WM_UNIT_INDEX" val="6"/>
</p:tagLst>
</file>

<file path=ppt/tags/tag308.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32"/>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3*i*7"/>
  <p:tag name="KSO_WM_UNIT_LAYERLEVEL" val="1"/>
  <p:tag name="KSO_WM_TAG_VERSION" val="3.0"/>
  <p:tag name="KSO_WM_UNIT_TYPE" val="i"/>
  <p:tag name="KSO_WM_UNIT_INDEX" val="7"/>
</p:tagLst>
</file>

<file path=ppt/tags/tag309.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3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3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3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3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3"/>
  <p:tag name="KSO_WM_UNIT_LAYERLEVEL" val="1"/>
  <p:tag name="KSO_WM_TAG_VERSION" val="3.0"/>
  <p:tag name="KSO_WM_BEAUTIFY_FLAG" val="#wm#"/>
  <p:tag name="KSO_WM_UNIT_TYPE" val="i"/>
  <p:tag name="KSO_WM_UNIT_INDEX" val="13"/>
</p:tagLst>
</file>

<file path=ppt/tags/tag314.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66"/>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315.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BEAUTIFY_FLAG" val="#wm#"/>
  <p:tag name="KSO_WM_UNIT_TYPE" val="i"/>
  <p:tag name="KSO_WM_UNIT_INDEX" val="2"/>
</p:tagLst>
</file>

<file path=ppt/tags/tag316.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3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4*i*3"/>
  <p:tag name="KSO_WM_UNIT_LAYERLEVEL" val="1"/>
  <p:tag name="KSO_WM_TAG_VERSION" val="3.0"/>
  <p:tag name="KSO_WM_BEAUTIFY_FLAG" val="#wm#"/>
  <p:tag name="KSO_WM_UNIT_TYPE" val="i"/>
  <p:tag name="KSO_WM_UNIT_INDEX" val="3"/>
</p:tagLst>
</file>

<file path=ppt/tags/tag317.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7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4*i*4"/>
  <p:tag name="KSO_WM_UNIT_LAYERLEVEL" val="1"/>
  <p:tag name="KSO_WM_TAG_VERSION" val="3.0"/>
  <p:tag name="KSO_WM_BEAUTIFY_FLAG" val="#wm#"/>
  <p:tag name="KSO_WM_UNIT_TYPE" val="i"/>
  <p:tag name="KSO_WM_UNIT_INDEX" val="4"/>
</p:tagLst>
</file>

<file path=ppt/tags/tag31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5"/>
  <p:tag name="KSO_WM_UNIT_LAYERLEVEL" val="1"/>
  <p:tag name="KSO_WM_TAG_VERSION" val="3.0"/>
  <p:tag name="KSO_WM_UNIT_TYPE" val="i"/>
  <p:tag name="KSO_WM_UNIT_INDEX" val="5"/>
</p:tagLst>
</file>

<file path=ppt/tags/tag31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6"/>
  <p:tag name="KSO_WM_UNIT_LAYERLEVEL" val="1"/>
  <p:tag name="KSO_WM_TAG_VERSION" val="3.0"/>
  <p:tag name="KSO_WM_UNIT_TYPE" val="i"/>
  <p:tag name="KSO_WM_UNIT_INDEX" val="6"/>
</p:tagLst>
</file>

<file path=ppt/tags/tag32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7"/>
  <p:tag name="KSO_WM_UNIT_LAYERLEVEL" val="1"/>
  <p:tag name="KSO_WM_TAG_VERSION" val="3.0"/>
  <p:tag name="KSO_WM_UNIT_TYPE" val="i"/>
  <p:tag name="KSO_WM_UNIT_INDEX" val="7"/>
</p:tagLst>
</file>

<file path=ppt/tags/tag3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8"/>
  <p:tag name="KSO_WM_UNIT_LAYERLEVEL" val="1"/>
  <p:tag name="KSO_WM_TAG_VERSION" val="3.0"/>
  <p:tag name="KSO_WM_BEAUTIFY_FLAG" val="#wm#"/>
  <p:tag name="KSO_WM_UNIT_TYPE" val="i"/>
  <p:tag name="KSO_WM_UNIT_INDEX" val="8"/>
</p:tagLst>
</file>

<file path=ppt/tags/tag3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9"/>
  <p:tag name="KSO_WM_UNIT_LAYERLEVEL" val="1"/>
  <p:tag name="KSO_WM_TAG_VERSION" val="3.0"/>
  <p:tag name="KSO_WM_BEAUTIFY_FLAG" val="#wm#"/>
  <p:tag name="KSO_WM_UNIT_TYPE" val="i"/>
  <p:tag name="KSO_WM_UNIT_INDEX" val="9"/>
</p:tagLst>
</file>

<file path=ppt/tags/tag32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10"/>
  <p:tag name="KSO_WM_UNIT_LAYERLEVEL" val="1"/>
  <p:tag name="KSO_WM_TAG_VERSION" val="3.0"/>
  <p:tag name="KSO_WM_UNIT_TYPE" val="i"/>
  <p:tag name="KSO_WM_UNIT_INDEX" val="10"/>
</p:tagLst>
</file>

<file path=ppt/tags/tag324.xml><?xml version="1.0" encoding="utf-8"?>
<p:tagLst xmlns:p="http://schemas.openxmlformats.org/presentationml/2006/main">
  <p:tag name="KSO_WM_BEAUTIFY_FLAG" val="#wm#"/>
  <p:tag name="KSO_WM_UNIT_FILL_FORE_SCHEMECOLOR_INDEX_BRIGHTNESS" val="0"/>
  <p:tag name="KSO_WM_UNIT_FILL_FORE_SCHEMECOLOR_INDEX" val="5"/>
  <p:tag name="KSO_WM_UNIT_FILL_TYPE" val="1"/>
  <p:tag name="KSO_WM_UNIT_HIGHLIGHT" val="0"/>
  <p:tag name="KSO_WM_UNIT_COMPATIBLE" val="0"/>
  <p:tag name="KSO_WM_UNIT_DIAGRAM_ISNUMVISUAL" val="0"/>
  <p:tag name="KSO_WM_UNIT_DIAGRAM_ISREFERUNIT" val="0"/>
  <p:tag name="KSO_WM_UNIT_ID" val="_4*i*11"/>
  <p:tag name="KSO_WM_UNIT_LAYERLEVEL" val="1"/>
  <p:tag name="KSO_WM_TAG_VERSION" val="3.0"/>
  <p:tag name="KSO_WM_UNIT_TYPE" val="i"/>
  <p:tag name="KSO_WM_UNIT_INDEX" val="11"/>
</p:tagLst>
</file>

<file path=ppt/tags/tag325.xml><?xml version="1.0" encoding="utf-8"?>
<p:tagLst xmlns:p="http://schemas.openxmlformats.org/presentationml/2006/main">
  <p:tag name="KSO_WM_BEAUTIFY_FLAG" val="#wm#"/>
  <p:tag name="KSO_WM_UNIT_FILL_FORE_SCHEMECOLOR_INDEX_BRIGHTNESS" val="0"/>
  <p:tag name="KSO_WM_UNIT_FILL_FORE_SCHEMECOLOR_INDEX" val="8"/>
  <p:tag name="KSO_WM_UNIT_FILL_TYPE" val="1"/>
  <p:tag name="KSO_WM_UNIT_HIGHLIGHT" val="0"/>
  <p:tag name="KSO_WM_UNIT_COMPATIBLE" val="0"/>
  <p:tag name="KSO_WM_UNIT_DIAGRAM_ISNUMVISUAL" val="0"/>
  <p:tag name="KSO_WM_UNIT_DIAGRAM_ISREFERUNIT" val="0"/>
  <p:tag name="KSO_WM_UNIT_ID" val="_4*i*12"/>
  <p:tag name="KSO_WM_UNIT_LAYERLEVEL" val="1"/>
  <p:tag name="KSO_WM_TAG_VERSION" val="3.0"/>
  <p:tag name="KSO_WM_UNIT_TYPE" val="i"/>
  <p:tag name="KSO_WM_UNIT_INDEX" val="12"/>
</p:tagLst>
</file>

<file path=ppt/tags/tag326.xml><?xml version="1.0" encoding="utf-8"?>
<p:tagLst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contentchip"/>
</p:tagLst>
</file>

<file path=ppt/tags/tag327.xml><?xml version="1.0" encoding="utf-8"?>
<p:tagLst xmlns:p="http://schemas.openxmlformats.org/presentationml/2006/main">
  <p:tag name="KSO_WM_UNIT_PRESET_TEXT" val="PART ONE"/>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 name="KSO_WM_UNIT_CONTENT_GROUP_TYPE" val="contentchip"/>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i*5"/>
  <p:tag name="KSO_WM_UNIT_LAYERLEVEL" val="1"/>
  <p:tag name="KSO_WM_TAG_VERSION" val="3.0"/>
  <p:tag name="KSO_WM_BEAUTIFY_FLAG" val="#wm#"/>
  <p:tag name="KSO_WM_UNIT_TYPE" val="i"/>
  <p:tag name="KSO_WM_UNIT_INDEX" val="5"/>
</p:tagLst>
</file>

<file path=ppt/tags/tag33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 name="KSO_WM_UNIT_PRESET_TEXT" val="单击此处编辑母版文本样式&#10;第二级&#10;第三级&#10;第四级&#10;第五级"/>
</p:tagLst>
</file>

<file path=ppt/tags/tag33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 name="KSO_WM_UNIT_PRESET_TEXT" val="单击此处编辑母版文本样式&#10;第二级&#10;第三级&#10;第四级&#10;第五级"/>
</p:tagLst>
</file>

<file path=ppt/tags/tag334.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 name="KSO_WM_UNIT_CONTENT_GROUP_TYPE" val="titlestyle"/>
</p:tagLst>
</file>

<file path=ppt/tags/tag335.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5*i*1"/>
  <p:tag name="KSO_WM_UNIT_LAYERLEVEL" val="1"/>
  <p:tag name="KSO_WM_TAG_VERSION" val="3.0"/>
  <p:tag name="KSO_WM_UNIT_CONTENT_GROUP_TYPE" val="titlestyle"/>
  <p:tag name="KSO_WM_UNIT_TYPE" val="i"/>
  <p:tag name="KSO_WM_UNIT_INDEX" val="1"/>
</p:tagLst>
</file>

<file path=ppt/tags/tag336.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5*i*2"/>
  <p:tag name="KSO_WM_UNIT_LAYERLEVEL" val="1"/>
  <p:tag name="KSO_WM_TAG_VERSION" val="3.0"/>
  <p:tag name="KSO_WM_UNIT_CONTENT_GROUP_TYPE" val="titlestyle"/>
  <p:tag name="KSO_WM_UNIT_TYPE" val="i"/>
  <p:tag name="KSO_WM_UNIT_INDEX" val="2"/>
</p:tagLst>
</file>

<file path=ppt/tags/tag337.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5*i*3"/>
  <p:tag name="KSO_WM_UNIT_LAYERLEVEL" val="1"/>
  <p:tag name="KSO_WM_TAG_VERSION" val="3.0"/>
  <p:tag name="KSO_WM_UNIT_CONTENT_GROUP_TYPE" val="titlestyle"/>
  <p:tag name="KSO_WM_UNIT_TYPE" val="i"/>
  <p:tag name="KSO_WM_UNIT_INDEX" val="3"/>
</p:tagLst>
</file>

<file path=ppt/tags/tag338.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5*i*4"/>
  <p:tag name="KSO_WM_UNIT_LAYERLEVEL" val="1"/>
  <p:tag name="KSO_WM_TAG_VERSION" val="3.0"/>
  <p:tag name="KSO_WM_UNIT_CONTENT_GROUP_TYPE" val="titlestyle"/>
  <p:tag name="KSO_WM_UNIT_TYPE" val="i"/>
  <p:tag name="KSO_WM_UNIT_INDEX" val="4"/>
</p:tagLst>
</file>

<file path=ppt/tags/tag3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i*5"/>
  <p:tag name="KSO_WM_UNIT_LAYERLEVEL" val="1"/>
  <p:tag name="KSO_WM_TAG_VERSION" val="3.0"/>
  <p:tag name="KSO_WM_BEAUTIFY_FLAG" val="#wm#"/>
  <p:tag name="KSO_WM_UNIT_TYPE" val="i"/>
  <p:tag name="KSO_WM_UNIT_INDEX" val="5"/>
</p:tagLst>
</file>

<file path=ppt/tags/tag34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 name="KSO_WM_UNIT_PRESET_TEXT" val="单击此处编辑母版文本样式&#10;第二级&#10;第三级&#10;第四级&#10;第五级"/>
</p:tagLst>
</file>

<file path=ppt/tags/tag344.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34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 name="KSO_WM_UNIT_PRESET_TEXT" val="单击此处编辑母版文本样式&#10;第二级&#10;第三级&#10;第四级&#10;第五级"/>
</p:tagLst>
</file>

<file path=ppt/tags/tag346.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347.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 name="KSO_WM_UNIT_CONTENT_GROUP_TYPE" val="titlestyle"/>
</p:tagLst>
</file>

<file path=ppt/tags/tag348.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6*i*1"/>
  <p:tag name="KSO_WM_UNIT_LAYERLEVEL" val="1"/>
  <p:tag name="KSO_WM_TAG_VERSION" val="3.0"/>
  <p:tag name="KSO_WM_UNIT_CONTENT_GROUP_TYPE" val="titlestyle"/>
  <p:tag name="KSO_WM_UNIT_TYPE" val="i"/>
  <p:tag name="KSO_WM_UNIT_INDEX" val="1"/>
</p:tagLst>
</file>

<file path=ppt/tags/tag349.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6*i*2"/>
  <p:tag name="KSO_WM_UNIT_LAYERLEVEL" val="1"/>
  <p:tag name="KSO_WM_TAG_VERSION" val="3.0"/>
  <p:tag name="KSO_WM_UNIT_CONTENT_GROUP_TYPE" val="titlestyle"/>
  <p:tag name="KSO_WM_UNIT_TYPE" val="i"/>
  <p:tag name="KSO_WM_UNIT_INDEX" val="2"/>
</p:tagLst>
</file>

<file path=ppt/tags/tag350.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6*i*3"/>
  <p:tag name="KSO_WM_UNIT_LAYERLEVEL" val="1"/>
  <p:tag name="KSO_WM_TAG_VERSION" val="3.0"/>
  <p:tag name="KSO_WM_UNIT_CONTENT_GROUP_TYPE" val="titlestyle"/>
  <p:tag name="KSO_WM_UNIT_TYPE" val="i"/>
  <p:tag name="KSO_WM_UNIT_INDEX" val="3"/>
</p:tagLst>
</file>

<file path=ppt/tags/tag351.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6*i*4"/>
  <p:tag name="KSO_WM_UNIT_LAYERLEVEL" val="1"/>
  <p:tag name="KSO_WM_TAG_VERSION" val="3.0"/>
  <p:tag name="KSO_WM_UNIT_CONTENT_GROUP_TYPE" val="titlestyle"/>
  <p:tag name="KSO_WM_UNIT_TYPE" val="i"/>
  <p:tag name="KSO_WM_UNIT_INDEX" val="4"/>
</p:tagLst>
</file>

<file path=ppt/tags/tag3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3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3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3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i*5"/>
  <p:tag name="KSO_WM_UNIT_LAYERLEVEL" val="1"/>
  <p:tag name="KSO_WM_TAG_VERSION" val="3.0"/>
  <p:tag name="KSO_WM_BEAUTIFY_FLAG" val="#wm#"/>
  <p:tag name="KSO_WM_UNIT_TYPE" val="i"/>
  <p:tag name="KSO_WM_UNIT_INDEX" val="5"/>
</p:tagLst>
</file>

<file path=ppt/tags/tag356.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 name="KSO_WM_UNIT_CONTENT_GROUP_TYPE" val="titlestyle"/>
</p:tagLst>
</file>

<file path=ppt/tags/tag357.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7*i*1"/>
  <p:tag name="KSO_WM_UNIT_LAYERLEVEL" val="1"/>
  <p:tag name="KSO_WM_TAG_VERSION" val="3.0"/>
  <p:tag name="KSO_WM_UNIT_CONTENT_GROUP_TYPE" val="titlestyle"/>
  <p:tag name="KSO_WM_UNIT_TYPE" val="i"/>
  <p:tag name="KSO_WM_UNIT_INDEX" val="1"/>
</p:tagLst>
</file>

<file path=ppt/tags/tag358.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7*i*2"/>
  <p:tag name="KSO_WM_UNIT_LAYERLEVEL" val="1"/>
  <p:tag name="KSO_WM_TAG_VERSION" val="3.0"/>
  <p:tag name="KSO_WM_UNIT_CONTENT_GROUP_TYPE" val="titlestyle"/>
  <p:tag name="KSO_WM_UNIT_TYPE" val="i"/>
  <p:tag name="KSO_WM_UNIT_INDEX" val="2"/>
</p:tagLst>
</file>

<file path=ppt/tags/tag359.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7*i*3"/>
  <p:tag name="KSO_WM_UNIT_LAYERLEVEL" val="1"/>
  <p:tag name="KSO_WM_TAG_VERSION" val="3.0"/>
  <p:tag name="KSO_WM_UNIT_CONTENT_GROUP_TYPE" val="titlestyle"/>
  <p:tag name="KSO_WM_UNIT_TYPE" val="i"/>
  <p:tag name="KSO_WM_UNIT_INDEX" val="3"/>
</p:tagLst>
</file>

<file path=ppt/tags/tag360.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7*i*4"/>
  <p:tag name="KSO_WM_UNIT_LAYERLEVEL" val="1"/>
  <p:tag name="KSO_WM_TAG_VERSION" val="3.0"/>
  <p:tag name="KSO_WM_UNIT_CONTENT_GROUP_TYPE" val="titlestyle"/>
  <p:tag name="KSO_WM_UNIT_TYPE" val="i"/>
  <p:tag name="KSO_WM_UNIT_INDEX" val="4"/>
</p:tagLst>
</file>

<file path=ppt/tags/tag3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3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3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3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i*1"/>
  <p:tag name="KSO_WM_UNIT_LAYERLEVEL" val="1"/>
  <p:tag name="KSO_WM_TAG_VERSION" val="3.0"/>
  <p:tag name="KSO_WM_BEAUTIFY_FLAG" val="#wm#"/>
  <p:tag name="KSO_WM_UNIT_TYPE" val="i"/>
  <p:tag name="KSO_WM_UNIT_INDEX" val="1"/>
</p:tagLst>
</file>

<file path=ppt/tags/tag3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3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3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3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i*1"/>
  <p:tag name="KSO_WM_UNIT_LAYERLEVEL" val="1"/>
  <p:tag name="KSO_WM_TAG_VERSION" val="3.0"/>
  <p:tag name="KSO_WM_BEAUTIFY_FLAG" val="#wm#"/>
  <p:tag name="KSO_WM_UNIT_TYPE" val="i"/>
  <p:tag name="KSO_WM_UNIT_INDEX" val="1"/>
</p:tagLst>
</file>

<file path=ppt/tags/tag36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 name="KSO_WM_UNIT_PRESET_TEXT" val="单击此处编辑母版文本样式&#10;第二级&#10;第三级&#10;第四级&#10;第五级"/>
</p:tagLst>
</file>

<file path=ppt/tags/tag3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3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3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3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i*5"/>
  <p:tag name="KSO_WM_UNIT_LAYERLEVEL" val="1"/>
  <p:tag name="KSO_WM_TAG_VERSION" val="3.0"/>
  <p:tag name="KSO_WM_BEAUTIFY_FLAG" val="#wm#"/>
  <p:tag name="KSO_WM_UNIT_TYPE" val="i"/>
  <p:tag name="KSO_WM_UNIT_INDEX" val="5"/>
</p:tagLst>
</file>

<file path=ppt/tags/tag374.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 name="KSO_WM_UNIT_CONTENT_GROUP_TYPE" val="titlestyle"/>
</p:tagLst>
</file>

<file path=ppt/tags/tag375.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10*i*1"/>
  <p:tag name="KSO_WM_UNIT_LAYERLEVEL" val="1"/>
  <p:tag name="KSO_WM_TAG_VERSION" val="3.0"/>
  <p:tag name="KSO_WM_UNIT_CONTENT_GROUP_TYPE" val="titlestyle"/>
  <p:tag name="KSO_WM_UNIT_TYPE" val="i"/>
  <p:tag name="KSO_WM_UNIT_INDEX" val="1"/>
</p:tagLst>
</file>

<file path=ppt/tags/tag376.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10*i*2"/>
  <p:tag name="KSO_WM_UNIT_LAYERLEVEL" val="1"/>
  <p:tag name="KSO_WM_TAG_VERSION" val="3.0"/>
  <p:tag name="KSO_WM_UNIT_CONTENT_GROUP_TYPE" val="titlestyle"/>
  <p:tag name="KSO_WM_UNIT_TYPE" val="i"/>
  <p:tag name="KSO_WM_UNIT_INDEX" val="2"/>
</p:tagLst>
</file>

<file path=ppt/tags/tag377.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10*i*3"/>
  <p:tag name="KSO_WM_UNIT_LAYERLEVEL" val="1"/>
  <p:tag name="KSO_WM_TAG_VERSION" val="3.0"/>
  <p:tag name="KSO_WM_UNIT_CONTENT_GROUP_TYPE" val="titlestyle"/>
  <p:tag name="KSO_WM_UNIT_TYPE" val="i"/>
  <p:tag name="KSO_WM_UNIT_INDEX" val="3"/>
</p:tagLst>
</file>

<file path=ppt/tags/tag378.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10*i*4"/>
  <p:tag name="KSO_WM_UNIT_LAYERLEVEL" val="1"/>
  <p:tag name="KSO_WM_TAG_VERSION" val="3.0"/>
  <p:tag name="KSO_WM_UNIT_CONTENT_GROUP_TYPE" val="titlestyle"/>
  <p:tag name="KSO_WM_UNIT_TYPE" val="i"/>
  <p:tag name="KSO_WM_UNIT_INDEX" val="4"/>
</p:tagLst>
</file>

<file path=ppt/tags/tag379.xml><?xml version="1.0" encoding="utf-8"?>
<p:tagLst xmlns:p="http://schemas.openxmlformats.org/presentationml/2006/main">
  <p:tag name="KSO_WM_UNIT_ISCONTENTSTITLE" val="0"/>
  <p:tag name="KSO_WM_UNIT_ISNUMDGMTITLE" val="0"/>
  <p:tag name="KSO_WM_UNIT_PRESET_TEXT" val="单击选择预设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 name="KSO_WM_UNIT_CONTENT_GROUP_TYPE" val="titlestyle"/>
</p:tagLst>
</file>

<file path=ppt/tags/tag3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3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3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3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1"/>
  <p:tag name="KSO_WM_UNIT_LAYERLEVEL" val="1"/>
  <p:tag name="KSO_WM_TAG_VERSION" val="3.0"/>
  <p:tag name="KSO_WM_BEAUTIFY_FLAG" val="#wm#"/>
  <p:tag name="KSO_WM_UNIT_TYPE" val="i"/>
  <p:tag name="KSO_WM_UNIT_INDEX" val="11"/>
</p:tagLst>
</file>

<file path=ppt/tags/tag384.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66"/>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385.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7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Lst>
</file>

<file path=ppt/tags/tag38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3"/>
  <p:tag name="KSO_WM_UNIT_LAYERLEVEL" val="1"/>
  <p:tag name="KSO_WM_TAG_VERSION" val="3.0"/>
  <p:tag name="KSO_WM_UNIT_TYPE" val="i"/>
  <p:tag name="KSO_WM_UNIT_INDEX" val="3"/>
</p:tagLst>
</file>

<file path=ppt/tags/tag387.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4"/>
  <p:tag name="KSO_WM_UNIT_LAYERLEVEL" val="1"/>
  <p:tag name="KSO_WM_TAG_VERSION" val="3.0"/>
  <p:tag name="KSO_WM_UNIT_TYPE" val="i"/>
  <p:tag name="KSO_WM_UNIT_INDEX" val="4"/>
</p:tagLst>
</file>

<file path=ppt/tags/tag388.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5"/>
  <p:tag name="KSO_WM_UNIT_LAYERLEVEL" val="1"/>
  <p:tag name="KSO_WM_TAG_VERSION" val="3.0"/>
  <p:tag name="KSO_WM_UNIT_TYPE" val="i"/>
  <p:tag name="KSO_WM_UNIT_INDEX" val="5"/>
</p:tagLst>
</file>

<file path=ppt/tags/tag389.xml><?xml version="1.0" encoding="utf-8"?>
<p:tagLst xmlns:p="http://schemas.openxmlformats.org/presentationml/2006/main">
  <p:tag name="KSO_WM_BEAUTIFY_FLAG" val="#wm#"/>
  <p:tag name="KSO_WM_UNIT_FILL_FORE_SCHEMECOLOR_INDEX_BRIGHTNESS" val="0"/>
  <p:tag name="KSO_WM_UNIT_FILL_FORE_SCHEMECOLOR_INDEX" val="5"/>
  <p:tag name="KSO_WM_UNIT_FILL_TYPE" val="1"/>
  <p:tag name="KSO_WM_UNIT_HIGHLIGHT" val="0"/>
  <p:tag name="KSO_WM_UNIT_COMPATIBLE" val="0"/>
  <p:tag name="KSO_WM_UNIT_DIAGRAM_ISNUMVISUAL" val="0"/>
  <p:tag name="KSO_WM_UNIT_DIAGRAM_ISREFERUNIT" val="0"/>
  <p:tag name="KSO_WM_UNIT_ID" val="_11*i*6"/>
  <p:tag name="KSO_WM_UNIT_LAYERLEVEL" val="1"/>
  <p:tag name="KSO_WM_TAG_VERSION" val="3.0"/>
  <p:tag name="KSO_WM_UNIT_TYPE" val="i"/>
  <p:tag name="KSO_WM_UNIT_INDEX" val="6"/>
</p:tagLst>
</file>

<file path=ppt/tags/tag390.xml><?xml version="1.0" encoding="utf-8"?>
<p:tagLst xmlns:p="http://schemas.openxmlformats.org/presentationml/2006/main">
  <p:tag name="KSO_WM_BEAUTIFY_FLAG" val="#wm#"/>
  <p:tag name="KSO_WM_UNIT_FILL_FORE_SCHEMECOLOR_INDEX_BRIGHTNESS" val="0"/>
  <p:tag name="KSO_WM_UNIT_FILL_FORE_SCHEMECOLOR_INDEX" val="8"/>
  <p:tag name="KSO_WM_UNIT_FILL_TYPE" val="1"/>
  <p:tag name="KSO_WM_UNIT_HIGHLIGHT" val="0"/>
  <p:tag name="KSO_WM_UNIT_COMPATIBLE" val="0"/>
  <p:tag name="KSO_WM_UNIT_DIAGRAM_ISNUMVISUAL" val="0"/>
  <p:tag name="KSO_WM_UNIT_DIAGRAM_ISREFERUNIT" val="0"/>
  <p:tag name="KSO_WM_UNIT_ID" val="_11*i*7"/>
  <p:tag name="KSO_WM_UNIT_LAYERLEVEL" val="1"/>
  <p:tag name="KSO_WM_TAG_VERSION" val="3.0"/>
  <p:tag name="KSO_WM_UNIT_TYPE" val="i"/>
  <p:tag name="KSO_WM_UNIT_INDEX" val="7"/>
</p:tagLst>
</file>

<file path=ppt/tags/tag391.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11*i*8"/>
  <p:tag name="KSO_WM_UNIT_LAYERLEVEL" val="1"/>
  <p:tag name="KSO_WM_TAG_VERSION" val="3.0"/>
  <p:tag name="KSO_WM_UNIT_TYPE" val="i"/>
  <p:tag name="KSO_WM_UNIT_INDEX" val="8"/>
</p:tagLst>
</file>

<file path=ppt/tags/tag392.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32"/>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11*i*9"/>
  <p:tag name="KSO_WM_UNIT_LAYERLEVEL" val="1"/>
  <p:tag name="KSO_WM_TAG_VERSION" val="3.0"/>
  <p:tag name="KSO_WM_UNIT_TYPE" val="i"/>
  <p:tag name="KSO_WM_UNIT_INDEX" val="9"/>
</p:tagLst>
</file>

<file path=ppt/tags/tag393.xml><?xml version="1.0" encoding="utf-8"?>
<p:tagLst xmlns:p="http://schemas.openxmlformats.org/presentationml/2006/main">
  <p:tag name="KSO_WM_UNIT_ISCONTENTSTITLE" val="0"/>
  <p:tag name="KSO_WM_UNIT_ISNUMDGMTITLE" val="0"/>
  <p:tag name="KSO_WM_UNIT_PRESET_TEXT" val="THANK YOU"/>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 name="KSO_WM_UNIT_CONTENT_GROUP_TYPE" val="contentchip"/>
</p:tagLst>
</file>

<file path=ppt/tags/tag3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3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3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3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3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399.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UNIT_CONTENT_GROUP_TYPE" val="titlestyle"/>
  <p:tag name="KSO_WM_UNIT_TYPE" val="i"/>
  <p:tag name="KSO_WM_UNIT_INDEX" val="2"/>
</p:tagLst>
</file>

<file path=ppt/tags/tag400.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0*i*3"/>
  <p:tag name="KSO_WM_UNIT_LAYERLEVEL" val="1"/>
  <p:tag name="KSO_WM_TAG_VERSION" val="3.0"/>
  <p:tag name="KSO_WM_UNIT_CONTENT_GROUP_TYPE" val="titlestyle"/>
  <p:tag name="KSO_WM_UNIT_TYPE" val="i"/>
  <p:tag name="KSO_WM_UNIT_INDEX" val="3"/>
</p:tagLst>
</file>

<file path=ppt/tags/tag401.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0*i*4"/>
  <p:tag name="KSO_WM_UNIT_LAYERLEVEL" val="1"/>
  <p:tag name="KSO_WM_TAG_VERSION" val="3.0"/>
  <p:tag name="KSO_WM_UNIT_CONTENT_GROUP_TYPE" val="titlestyle"/>
  <p:tag name="KSO_WM_UNIT_TYPE" val="i"/>
  <p:tag name="KSO_WM_UNIT_INDEX" val="4"/>
</p:tagLst>
</file>

<file path=ppt/tags/tag402.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0*i*5"/>
  <p:tag name="KSO_WM_UNIT_LAYERLEVEL" val="1"/>
  <p:tag name="KSO_WM_TAG_VERSION" val="3.0"/>
  <p:tag name="KSO_WM_UNIT_CONTENT_GROUP_TYPE" val="titlestyle"/>
  <p:tag name="KSO_WM_UNIT_TYPE" val="i"/>
  <p:tag name="KSO_WM_UNIT_INDEX" val="5"/>
</p:tagLst>
</file>

<file path=ppt/tags/tag4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4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4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TEMPLATE_CATEGORY" val="custom"/>
  <p:tag name="KSO_WM_TEMPLATE_INDEX" val="20233437"/>
</p:tagLst>
</file>

<file path=ppt/tags/tag4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3437"/>
</p:tagLst>
</file>

<file path=ppt/tags/tag408.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437"/>
  <p:tag name="KSO_WM_TEMPLATE_THUMBS_INDEX" val="1、9"/>
  <p:tag name="KSO_WM_SPECIAL_SOURCE" val="bdnull"/>
</p:tagLst>
</file>

<file path=ppt/tags/tag4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3"/>
  <p:tag name="KSO_WM_UNIT_LAYERLEVEL" val="1"/>
  <p:tag name="KSO_WM_TAG_VERSION" val="3.0"/>
  <p:tag name="KSO_WM_BEAUTIFY_FLAG" val="#wm#"/>
  <p:tag name="KSO_WM_UNIT_TYPE" val="i"/>
  <p:tag name="KSO_WM_UNIT_INDEX" val="13"/>
</p:tagLst>
</file>

<file path=ppt/tags/tag410.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66"/>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411.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412.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3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413.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7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3.0"/>
  <p:tag name="KSO_WM_BEAUTIFY_FLAG" val="#wm#"/>
</p:tagLst>
</file>

<file path=ppt/tags/tag41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3.0"/>
</p:tagLst>
</file>

<file path=ppt/tags/tag41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6"/>
  <p:tag name="KSO_WM_UNIT_ID" val="_1*i*6"/>
  <p:tag name="KSO_WM_UNIT_LAYERLEVEL" val="1"/>
  <p:tag name="KSO_WM_TAG_VERSION" val="3.0"/>
</p:tagLst>
</file>

<file path=ppt/tags/tag41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7"/>
  <p:tag name="KSO_WM_UNIT_ID" val="_1*i*7"/>
  <p:tag name="KSO_WM_UNIT_LAYERLEVEL" val="1"/>
  <p:tag name="KSO_WM_TAG_VERSION" val="3.0"/>
</p:tagLst>
</file>

<file path=ppt/tags/tag4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1*i*8"/>
  <p:tag name="KSO_WM_UNIT_LAYERLEVEL" val="1"/>
  <p:tag name="KSO_WM_TAG_VERSION" val="3.0"/>
  <p:tag name="KSO_WM_BEAUTIFY_FLAG" val="#wm#"/>
</p:tagLst>
</file>

<file path=ppt/tags/tag4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1*i*9"/>
  <p:tag name="KSO_WM_UNIT_LAYERLEVEL" val="1"/>
  <p:tag name="KSO_WM_TAG_VERSION" val="3.0"/>
  <p:tag name="KSO_WM_BEAUTIFY_FLAG" val="#wm#"/>
</p:tagLst>
</file>

<file path=ppt/tags/tag41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0"/>
  <p:tag name="KSO_WM_UNIT_ID" val="_1*i*10"/>
  <p:tag name="KSO_WM_UNIT_LAYERLEVEL" val="1"/>
  <p:tag name="KSO_WM_TAG_VERSION" val="3.0"/>
</p:tagLst>
</file>

<file path=ppt/tags/tag420.xml><?xml version="1.0" encoding="utf-8"?>
<p:tagLst xmlns:p="http://schemas.openxmlformats.org/presentationml/2006/main">
  <p:tag name="KSO_WM_BEAUTIFY_FLAG" val="#wm#"/>
  <p:tag name="KSO_WM_UNIT_FILL_FORE_SCHEMECOLOR_INDEX_BRIGHTNESS" val="0"/>
  <p:tag name="KSO_WM_UNIT_FILL_FORE_SCHEMECOLOR_INDEX" val="5"/>
  <p:tag name="KSO_WM_UNIT_FILL_TYPE" val="1"/>
  <p:tag name="KSO_WM_UNIT_HIGHLIGHT" val="0"/>
  <p:tag name="KSO_WM_UNIT_COMPATIBLE" val="0"/>
  <p:tag name="KSO_WM_UNIT_DIAGRAM_ISNUMVISUAL" val="0"/>
  <p:tag name="KSO_WM_UNIT_DIAGRAM_ISREFERUNIT" val="0"/>
  <p:tag name="KSO_WM_UNIT_TYPE" val="i"/>
  <p:tag name="KSO_WM_UNIT_INDEX" val="11"/>
  <p:tag name="KSO_WM_UNIT_ID" val="_1*i*11"/>
  <p:tag name="KSO_WM_UNIT_LAYERLEVEL" val="1"/>
  <p:tag name="KSO_WM_TAG_VERSION" val="3.0"/>
</p:tagLst>
</file>

<file path=ppt/tags/tag421.xml><?xml version="1.0" encoding="utf-8"?>
<p:tagLst xmlns:p="http://schemas.openxmlformats.org/presentationml/2006/main">
  <p:tag name="KSO_WM_BEAUTIFY_FLAG" val="#wm#"/>
  <p:tag name="KSO_WM_UNIT_FILL_FORE_SCHEMECOLOR_INDEX_BRIGHTNESS" val="0"/>
  <p:tag name="KSO_WM_UNIT_FILL_FORE_SCHEMECOLOR_INDEX" val="8"/>
  <p:tag name="KSO_WM_UNIT_FILL_TYPE" val="1"/>
  <p:tag name="KSO_WM_UNIT_HIGHLIGHT" val="0"/>
  <p:tag name="KSO_WM_UNIT_COMPATIBLE" val="0"/>
  <p:tag name="KSO_WM_UNIT_DIAGRAM_ISNUMVISUAL" val="0"/>
  <p:tag name="KSO_WM_UNIT_DIAGRAM_ISREFERUNIT" val="0"/>
  <p:tag name="KSO_WM_UNIT_TYPE" val="i"/>
  <p:tag name="KSO_WM_UNIT_INDEX" val="12"/>
  <p:tag name="KSO_WM_UNIT_ID" val="_1*i*12"/>
  <p:tag name="KSO_WM_UNIT_LAYERLEVEL" val="1"/>
  <p:tag name="KSO_WM_TAG_VERSION" val="3.0"/>
</p:tagLst>
</file>

<file path=ppt/tags/tag422.xml><?xml version="1.0" encoding="utf-8"?>
<p:tagLst xmlns:p="http://schemas.openxmlformats.org/presentationml/2006/main">
  <p:tag name="KSO_WM_UNIT_ISCONTENTSTITLE" val="0"/>
  <p:tag name="KSO_WM_UNIT_ISNUMDGMTITLE" val="0"/>
  <p:tag name="KSO_WM_UNIT_PRESET_TEXT" val="Click to add subtitle"/>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 name="KSO_WM_UNIT_CONTENT_GROUP_TYPE" val="contentchip"/>
</p:tagLst>
</file>

<file path=ppt/tags/tag423.xml><?xml version="1.0" encoding="utf-8"?>
<p:tagLst xmlns:p="http://schemas.openxmlformats.org/presentationml/2006/main">
  <p:tag name="KSO_WM_UNIT_ISCONTENTSTITLE" val="0"/>
  <p:tag name="KSO_WM_UNIT_ISNUMDGMTITLE" val="0"/>
  <p:tag name="KSO_WM_UNIT_PRESET_TEXT" val="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contentchip"/>
</p:tagLst>
</file>

<file path=ppt/tags/tag4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4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i*5"/>
  <p:tag name="KSO_WM_UNIT_LAYERLEVEL" val="1"/>
  <p:tag name="KSO_WM_TAG_VERSION" val="3.0"/>
  <p:tag name="KSO_WM_BEAUTIFY_FLAG" val="#wm#"/>
  <p:tag name="KSO_WM_UNIT_TYPE" val="i"/>
  <p:tag name="KSO_WM_UNIT_INDEX" val="5"/>
</p:tagLst>
</file>

<file path=ppt/tags/tag42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43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 name="KSO_WM_UNIT_PRESET_TEXT" val="单击此处添加标题"/>
</p:tagLst>
</file>

<file path=ppt/tags/tag431.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2*i*1"/>
  <p:tag name="KSO_WM_UNIT_LAYERLEVEL" val="1"/>
  <p:tag name="KSO_WM_TAG_VERSION" val="3.0"/>
  <p:tag name="KSO_WM_UNIT_TYPE" val="i"/>
  <p:tag name="KSO_WM_UNIT_INDEX" val="1"/>
  <p:tag name="KSO_WM_UNIT_CONTENT_GROUP_TYPE" val="titlestyle"/>
</p:tagLst>
</file>

<file path=ppt/tags/tag432.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2*i*2"/>
  <p:tag name="KSO_WM_UNIT_LAYERLEVEL" val="1"/>
  <p:tag name="KSO_WM_TAG_VERSION" val="3.0"/>
  <p:tag name="KSO_WM_UNIT_TYPE" val="i"/>
  <p:tag name="KSO_WM_UNIT_INDEX" val="2"/>
  <p:tag name="KSO_WM_UNIT_CONTENT_GROUP_TYPE" val="titlestyle"/>
</p:tagLst>
</file>

<file path=ppt/tags/tag433.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2*i*3"/>
  <p:tag name="KSO_WM_UNIT_LAYERLEVEL" val="1"/>
  <p:tag name="KSO_WM_TAG_VERSION" val="3.0"/>
  <p:tag name="KSO_WM_UNIT_TYPE" val="i"/>
  <p:tag name="KSO_WM_UNIT_INDEX" val="3"/>
  <p:tag name="KSO_WM_UNIT_CONTENT_GROUP_TYPE" val="titlestyle"/>
</p:tagLst>
</file>

<file path=ppt/tags/tag434.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2*i*4"/>
  <p:tag name="KSO_WM_UNIT_LAYERLEVEL" val="1"/>
  <p:tag name="KSO_WM_TAG_VERSION" val="3.0"/>
  <p:tag name="KSO_WM_UNIT_CONTENT_GROUP_TYPE" val="titlestyle"/>
  <p:tag name="KSO_WM_UNIT_TYPE" val="i"/>
  <p:tag name="KSO_WM_UNIT_INDEX" val="4"/>
</p:tagLst>
</file>

<file path=ppt/tags/tag4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4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4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4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BEAUTIFY_FLAG" val="#wm#"/>
  <p:tag name="KSO_WM_UNIT_TYPE" val="i"/>
  <p:tag name="KSO_WM_UNIT_INDEX" val="1"/>
</p:tagLst>
</file>

<file path=ppt/tags/tag439.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7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BEAUTIFY_FLAG" val="#wm#"/>
  <p:tag name="KSO_WM_UNIT_TYPE" val="i"/>
  <p:tag name="KSO_WM_UNIT_INDEX" val="2"/>
</p:tagLst>
</file>

<file path=ppt/tags/tag440.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UNIT_TYPE" val="i"/>
  <p:tag name="KSO_WM_UNIT_INDEX" val="3"/>
</p:tagLst>
</file>

<file path=ppt/tags/tag441.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4"/>
  <p:tag name="KSO_WM_UNIT_LAYERLEVEL" val="1"/>
  <p:tag name="KSO_WM_TAG_VERSION" val="3.0"/>
  <p:tag name="KSO_WM_UNIT_TYPE" val="i"/>
  <p:tag name="KSO_WM_UNIT_INDEX" val="4"/>
</p:tagLst>
</file>

<file path=ppt/tags/tag44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5"/>
  <p:tag name="KSO_WM_UNIT_LAYERLEVEL" val="1"/>
  <p:tag name="KSO_WM_TAG_VERSION" val="3.0"/>
  <p:tag name="KSO_WM_UNIT_TYPE" val="i"/>
  <p:tag name="KSO_WM_UNIT_INDEX" val="5"/>
</p:tagLst>
</file>

<file path=ppt/tags/tag443.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3*i*6"/>
  <p:tag name="KSO_WM_UNIT_LAYERLEVEL" val="1"/>
  <p:tag name="KSO_WM_TAG_VERSION" val="3.0"/>
  <p:tag name="KSO_WM_UNIT_TYPE" val="i"/>
  <p:tag name="KSO_WM_UNIT_INDEX" val="6"/>
</p:tagLst>
</file>

<file path=ppt/tags/tag444.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32"/>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3*i*7"/>
  <p:tag name="KSO_WM_UNIT_LAYERLEVEL" val="1"/>
  <p:tag name="KSO_WM_TAG_VERSION" val="3.0"/>
  <p:tag name="KSO_WM_UNIT_TYPE" val="i"/>
  <p:tag name="KSO_WM_UNIT_INDEX" val="7"/>
</p:tagLst>
</file>

<file path=ppt/tags/tag445.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4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4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4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4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3"/>
  <p:tag name="KSO_WM_UNIT_LAYERLEVEL" val="1"/>
  <p:tag name="KSO_WM_TAG_VERSION" val="3.0"/>
  <p:tag name="KSO_WM_BEAUTIFY_FLAG" val="#wm#"/>
  <p:tag name="KSO_WM_UNIT_TYPE" val="i"/>
  <p:tag name="KSO_WM_UNIT_INDEX" val="13"/>
</p:tagLst>
</file>

<file path=ppt/tags/tag450.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66"/>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451.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BEAUTIFY_FLAG" val="#wm#"/>
  <p:tag name="KSO_WM_UNIT_TYPE" val="i"/>
  <p:tag name="KSO_WM_UNIT_INDEX" val="2"/>
</p:tagLst>
</file>

<file path=ppt/tags/tag452.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3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4*i*3"/>
  <p:tag name="KSO_WM_UNIT_LAYERLEVEL" val="1"/>
  <p:tag name="KSO_WM_TAG_VERSION" val="3.0"/>
  <p:tag name="KSO_WM_BEAUTIFY_FLAG" val="#wm#"/>
  <p:tag name="KSO_WM_UNIT_TYPE" val="i"/>
  <p:tag name="KSO_WM_UNIT_INDEX" val="3"/>
</p:tagLst>
</file>

<file path=ppt/tags/tag453.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7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4*i*4"/>
  <p:tag name="KSO_WM_UNIT_LAYERLEVEL" val="1"/>
  <p:tag name="KSO_WM_TAG_VERSION" val="3.0"/>
  <p:tag name="KSO_WM_BEAUTIFY_FLAG" val="#wm#"/>
  <p:tag name="KSO_WM_UNIT_TYPE" val="i"/>
  <p:tag name="KSO_WM_UNIT_INDEX" val="4"/>
</p:tagLst>
</file>

<file path=ppt/tags/tag45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5"/>
  <p:tag name="KSO_WM_UNIT_LAYERLEVEL" val="1"/>
  <p:tag name="KSO_WM_TAG_VERSION" val="3.0"/>
  <p:tag name="KSO_WM_UNIT_TYPE" val="i"/>
  <p:tag name="KSO_WM_UNIT_INDEX" val="5"/>
</p:tagLst>
</file>

<file path=ppt/tags/tag455.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6"/>
  <p:tag name="KSO_WM_UNIT_LAYERLEVEL" val="1"/>
  <p:tag name="KSO_WM_TAG_VERSION" val="3.0"/>
  <p:tag name="KSO_WM_UNIT_TYPE" val="i"/>
  <p:tag name="KSO_WM_UNIT_INDEX" val="6"/>
</p:tagLst>
</file>

<file path=ppt/tags/tag456.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7"/>
  <p:tag name="KSO_WM_UNIT_LAYERLEVEL" val="1"/>
  <p:tag name="KSO_WM_TAG_VERSION" val="3.0"/>
  <p:tag name="KSO_WM_UNIT_TYPE" val="i"/>
  <p:tag name="KSO_WM_UNIT_INDEX" val="7"/>
</p:tagLst>
</file>

<file path=ppt/tags/tag4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8"/>
  <p:tag name="KSO_WM_UNIT_LAYERLEVEL" val="1"/>
  <p:tag name="KSO_WM_TAG_VERSION" val="3.0"/>
  <p:tag name="KSO_WM_BEAUTIFY_FLAG" val="#wm#"/>
  <p:tag name="KSO_WM_UNIT_TYPE" val="i"/>
  <p:tag name="KSO_WM_UNIT_INDEX" val="8"/>
</p:tagLst>
</file>

<file path=ppt/tags/tag4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9"/>
  <p:tag name="KSO_WM_UNIT_LAYERLEVEL" val="1"/>
  <p:tag name="KSO_WM_TAG_VERSION" val="3.0"/>
  <p:tag name="KSO_WM_BEAUTIFY_FLAG" val="#wm#"/>
  <p:tag name="KSO_WM_UNIT_TYPE" val="i"/>
  <p:tag name="KSO_WM_UNIT_INDEX" val="9"/>
</p:tagLst>
</file>

<file path=ppt/tags/tag459.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10"/>
  <p:tag name="KSO_WM_UNIT_LAYERLEVEL" val="1"/>
  <p:tag name="KSO_WM_TAG_VERSION" val="3.0"/>
  <p:tag name="KSO_WM_UNIT_TYPE" val="i"/>
  <p:tag name="KSO_WM_UNIT_INDEX" val="10"/>
</p:tagLst>
</file>

<file path=ppt/tags/tag460.xml><?xml version="1.0" encoding="utf-8"?>
<p:tagLst xmlns:p="http://schemas.openxmlformats.org/presentationml/2006/main">
  <p:tag name="KSO_WM_BEAUTIFY_FLAG" val="#wm#"/>
  <p:tag name="KSO_WM_UNIT_FILL_FORE_SCHEMECOLOR_INDEX_BRIGHTNESS" val="0"/>
  <p:tag name="KSO_WM_UNIT_FILL_FORE_SCHEMECOLOR_INDEX" val="5"/>
  <p:tag name="KSO_WM_UNIT_FILL_TYPE" val="1"/>
  <p:tag name="KSO_WM_UNIT_HIGHLIGHT" val="0"/>
  <p:tag name="KSO_WM_UNIT_COMPATIBLE" val="0"/>
  <p:tag name="KSO_WM_UNIT_DIAGRAM_ISNUMVISUAL" val="0"/>
  <p:tag name="KSO_WM_UNIT_DIAGRAM_ISREFERUNIT" val="0"/>
  <p:tag name="KSO_WM_UNIT_ID" val="_4*i*11"/>
  <p:tag name="KSO_WM_UNIT_LAYERLEVEL" val="1"/>
  <p:tag name="KSO_WM_TAG_VERSION" val="3.0"/>
  <p:tag name="KSO_WM_UNIT_TYPE" val="i"/>
  <p:tag name="KSO_WM_UNIT_INDEX" val="11"/>
</p:tagLst>
</file>

<file path=ppt/tags/tag461.xml><?xml version="1.0" encoding="utf-8"?>
<p:tagLst xmlns:p="http://schemas.openxmlformats.org/presentationml/2006/main">
  <p:tag name="KSO_WM_BEAUTIFY_FLAG" val="#wm#"/>
  <p:tag name="KSO_WM_UNIT_FILL_FORE_SCHEMECOLOR_INDEX_BRIGHTNESS" val="0"/>
  <p:tag name="KSO_WM_UNIT_FILL_FORE_SCHEMECOLOR_INDEX" val="8"/>
  <p:tag name="KSO_WM_UNIT_FILL_TYPE" val="1"/>
  <p:tag name="KSO_WM_UNIT_HIGHLIGHT" val="0"/>
  <p:tag name="KSO_WM_UNIT_COMPATIBLE" val="0"/>
  <p:tag name="KSO_WM_UNIT_DIAGRAM_ISNUMVISUAL" val="0"/>
  <p:tag name="KSO_WM_UNIT_DIAGRAM_ISREFERUNIT" val="0"/>
  <p:tag name="KSO_WM_UNIT_ID" val="_4*i*12"/>
  <p:tag name="KSO_WM_UNIT_LAYERLEVEL" val="1"/>
  <p:tag name="KSO_WM_TAG_VERSION" val="3.0"/>
  <p:tag name="KSO_WM_UNIT_TYPE" val="i"/>
  <p:tag name="KSO_WM_UNIT_INDEX" val="12"/>
</p:tagLst>
</file>

<file path=ppt/tags/tag462.xml><?xml version="1.0" encoding="utf-8"?>
<p:tagLst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contentchip"/>
</p:tagLst>
</file>

<file path=ppt/tags/tag463.xml><?xml version="1.0" encoding="utf-8"?>
<p:tagLst xmlns:p="http://schemas.openxmlformats.org/presentationml/2006/main">
  <p:tag name="KSO_WM_UNIT_PRESET_TEXT" val="PART ONE"/>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 name="KSO_WM_UNIT_CONTENT_GROUP_TYPE" val="contentchip"/>
</p:tagLst>
</file>

<file path=ppt/tags/tag4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4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4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4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i*5"/>
  <p:tag name="KSO_WM_UNIT_LAYERLEVEL" val="1"/>
  <p:tag name="KSO_WM_TAG_VERSION" val="3.0"/>
  <p:tag name="KSO_WM_BEAUTIFY_FLAG" val="#wm#"/>
  <p:tag name="KSO_WM_UNIT_TYPE" val="i"/>
  <p:tag name="KSO_WM_UNIT_INDEX" val="5"/>
</p:tagLst>
</file>

<file path=ppt/tags/tag46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 name="KSO_WM_UNIT_PRESET_TEXT" val="单击此处编辑母版文本样式&#10;第二级&#10;第三级&#10;第四级&#10;第五级"/>
</p:tagLst>
</file>

<file path=ppt/tags/tag46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 name="KSO_WM_UNIT_PRESET_TEXT" val="单击此处编辑母版文本样式&#10;第二级&#10;第三级&#10;第四级&#10;第五级"/>
</p:tagLst>
</file>

<file path=ppt/tags/tag470.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 name="KSO_WM_UNIT_CONTENT_GROUP_TYPE" val="titlestyle"/>
</p:tagLst>
</file>

<file path=ppt/tags/tag471.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5*i*1"/>
  <p:tag name="KSO_WM_UNIT_LAYERLEVEL" val="1"/>
  <p:tag name="KSO_WM_TAG_VERSION" val="3.0"/>
  <p:tag name="KSO_WM_UNIT_CONTENT_GROUP_TYPE" val="titlestyle"/>
  <p:tag name="KSO_WM_UNIT_TYPE" val="i"/>
  <p:tag name="KSO_WM_UNIT_INDEX" val="1"/>
</p:tagLst>
</file>

<file path=ppt/tags/tag472.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5*i*2"/>
  <p:tag name="KSO_WM_UNIT_LAYERLEVEL" val="1"/>
  <p:tag name="KSO_WM_TAG_VERSION" val="3.0"/>
  <p:tag name="KSO_WM_UNIT_CONTENT_GROUP_TYPE" val="titlestyle"/>
  <p:tag name="KSO_WM_UNIT_TYPE" val="i"/>
  <p:tag name="KSO_WM_UNIT_INDEX" val="2"/>
</p:tagLst>
</file>

<file path=ppt/tags/tag473.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5*i*3"/>
  <p:tag name="KSO_WM_UNIT_LAYERLEVEL" val="1"/>
  <p:tag name="KSO_WM_TAG_VERSION" val="3.0"/>
  <p:tag name="KSO_WM_UNIT_CONTENT_GROUP_TYPE" val="titlestyle"/>
  <p:tag name="KSO_WM_UNIT_TYPE" val="i"/>
  <p:tag name="KSO_WM_UNIT_INDEX" val="3"/>
</p:tagLst>
</file>

<file path=ppt/tags/tag474.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5*i*4"/>
  <p:tag name="KSO_WM_UNIT_LAYERLEVEL" val="1"/>
  <p:tag name="KSO_WM_TAG_VERSION" val="3.0"/>
  <p:tag name="KSO_WM_UNIT_CONTENT_GROUP_TYPE" val="titlestyle"/>
  <p:tag name="KSO_WM_UNIT_TYPE" val="i"/>
  <p:tag name="KSO_WM_UNIT_INDEX" val="4"/>
</p:tagLst>
</file>

<file path=ppt/tags/tag4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i*5"/>
  <p:tag name="KSO_WM_UNIT_LAYERLEVEL" val="1"/>
  <p:tag name="KSO_WM_TAG_VERSION" val="3.0"/>
  <p:tag name="KSO_WM_BEAUTIFY_FLAG" val="#wm#"/>
  <p:tag name="KSO_WM_UNIT_TYPE" val="i"/>
  <p:tag name="KSO_WM_UNIT_INDEX" val="5"/>
</p:tagLst>
</file>

<file path=ppt/tags/tag479.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 name="KSO_WM_UNIT_PRESET_TEXT" val="单击此处编辑母版文本样式&#10;第二级&#10;第三级&#10;第四级&#10;第五级"/>
</p:tagLst>
</file>

<file path=ppt/tags/tag480.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48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 name="KSO_WM_UNIT_PRESET_TEXT" val="单击此处编辑母版文本样式&#10;第二级&#10;第三级&#10;第四级&#10;第五级"/>
</p:tagLst>
</file>

<file path=ppt/tags/tag482.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483.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 name="KSO_WM_UNIT_CONTENT_GROUP_TYPE" val="titlestyle"/>
</p:tagLst>
</file>

<file path=ppt/tags/tag484.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6*i*1"/>
  <p:tag name="KSO_WM_UNIT_LAYERLEVEL" val="1"/>
  <p:tag name="KSO_WM_TAG_VERSION" val="3.0"/>
  <p:tag name="KSO_WM_UNIT_CONTENT_GROUP_TYPE" val="titlestyle"/>
  <p:tag name="KSO_WM_UNIT_TYPE" val="i"/>
  <p:tag name="KSO_WM_UNIT_INDEX" val="1"/>
</p:tagLst>
</file>

<file path=ppt/tags/tag485.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6*i*2"/>
  <p:tag name="KSO_WM_UNIT_LAYERLEVEL" val="1"/>
  <p:tag name="KSO_WM_TAG_VERSION" val="3.0"/>
  <p:tag name="KSO_WM_UNIT_CONTENT_GROUP_TYPE" val="titlestyle"/>
  <p:tag name="KSO_WM_UNIT_TYPE" val="i"/>
  <p:tag name="KSO_WM_UNIT_INDEX" val="2"/>
</p:tagLst>
</file>

<file path=ppt/tags/tag486.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6*i*3"/>
  <p:tag name="KSO_WM_UNIT_LAYERLEVEL" val="1"/>
  <p:tag name="KSO_WM_TAG_VERSION" val="3.0"/>
  <p:tag name="KSO_WM_UNIT_CONTENT_GROUP_TYPE" val="titlestyle"/>
  <p:tag name="KSO_WM_UNIT_TYPE" val="i"/>
  <p:tag name="KSO_WM_UNIT_INDEX" val="3"/>
</p:tagLst>
</file>

<file path=ppt/tags/tag487.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6*i*4"/>
  <p:tag name="KSO_WM_UNIT_LAYERLEVEL" val="1"/>
  <p:tag name="KSO_WM_TAG_VERSION" val="3.0"/>
  <p:tag name="KSO_WM_UNIT_CONTENT_GROUP_TYPE" val="titlestyle"/>
  <p:tag name="KSO_WM_UNIT_TYPE" val="i"/>
  <p:tag name="KSO_WM_UNIT_INDEX" val="4"/>
</p:tagLst>
</file>

<file path=ppt/tags/tag4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i*5"/>
  <p:tag name="KSO_WM_UNIT_LAYERLEVEL" val="1"/>
  <p:tag name="KSO_WM_TAG_VERSION" val="3.0"/>
  <p:tag name="KSO_WM_BEAUTIFY_FLAG" val="#wm#"/>
  <p:tag name="KSO_WM_UNIT_TYPE" val="i"/>
  <p:tag name="KSO_WM_UNIT_INDEX" val="5"/>
</p:tagLst>
</file>

<file path=ppt/tags/tag492.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 name="KSO_WM_UNIT_CONTENT_GROUP_TYPE" val="titlestyle"/>
</p:tagLst>
</file>

<file path=ppt/tags/tag493.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7*i*1"/>
  <p:tag name="KSO_WM_UNIT_LAYERLEVEL" val="1"/>
  <p:tag name="KSO_WM_TAG_VERSION" val="3.0"/>
  <p:tag name="KSO_WM_UNIT_CONTENT_GROUP_TYPE" val="titlestyle"/>
  <p:tag name="KSO_WM_UNIT_TYPE" val="i"/>
  <p:tag name="KSO_WM_UNIT_INDEX" val="1"/>
</p:tagLst>
</file>

<file path=ppt/tags/tag494.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7*i*2"/>
  <p:tag name="KSO_WM_UNIT_LAYERLEVEL" val="1"/>
  <p:tag name="KSO_WM_TAG_VERSION" val="3.0"/>
  <p:tag name="KSO_WM_UNIT_CONTENT_GROUP_TYPE" val="titlestyle"/>
  <p:tag name="KSO_WM_UNIT_TYPE" val="i"/>
  <p:tag name="KSO_WM_UNIT_INDEX" val="2"/>
</p:tagLst>
</file>

<file path=ppt/tags/tag495.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7*i*3"/>
  <p:tag name="KSO_WM_UNIT_LAYERLEVEL" val="1"/>
  <p:tag name="KSO_WM_TAG_VERSION" val="3.0"/>
  <p:tag name="KSO_WM_UNIT_CONTENT_GROUP_TYPE" val="titlestyle"/>
  <p:tag name="KSO_WM_UNIT_TYPE" val="i"/>
  <p:tag name="KSO_WM_UNIT_INDEX" val="3"/>
</p:tagLst>
</file>

<file path=ppt/tags/tag496.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7*i*4"/>
  <p:tag name="KSO_WM_UNIT_LAYERLEVEL" val="1"/>
  <p:tag name="KSO_WM_TAG_VERSION" val="3.0"/>
  <p:tag name="KSO_WM_UNIT_CONTENT_GROUP_TYPE" val="titlestyle"/>
  <p:tag name="KSO_WM_UNIT_TYPE" val="i"/>
  <p:tag name="KSO_WM_UNIT_INDEX" val="4"/>
</p:tagLst>
</file>

<file path=ppt/tags/tag4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5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i*1"/>
  <p:tag name="KSO_WM_UNIT_LAYERLEVEL" val="1"/>
  <p:tag name="KSO_WM_TAG_VERSION" val="3.0"/>
  <p:tag name="KSO_WM_BEAUTIFY_FLAG" val="#wm#"/>
  <p:tag name="KSO_WM_UNIT_TYPE" val="i"/>
  <p:tag name="KSO_WM_UNIT_INDEX" val="1"/>
</p:tagLst>
</file>

<file path=ppt/tags/tag5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i*1"/>
  <p:tag name="KSO_WM_UNIT_LAYERLEVEL" val="1"/>
  <p:tag name="KSO_WM_TAG_VERSION" val="3.0"/>
  <p:tag name="KSO_WM_BEAUTIFY_FLAG" val="#wm#"/>
  <p:tag name="KSO_WM_UNIT_TYPE" val="i"/>
  <p:tag name="KSO_WM_UNIT_INDEX" val="1"/>
</p:tagLst>
</file>

<file path=ppt/tags/tag50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 name="KSO_WM_UNIT_PRESET_TEXT" val="单击此处编辑母版文本样式&#10;第二级&#10;第三级&#10;第四级&#10;第五级"/>
</p:tagLst>
</file>

<file path=ppt/tags/tag5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i*5"/>
  <p:tag name="KSO_WM_UNIT_LAYERLEVEL" val="1"/>
  <p:tag name="KSO_WM_TAG_VERSION" val="3.0"/>
  <p:tag name="KSO_WM_BEAUTIFY_FLAG" val="#wm#"/>
  <p:tag name="KSO_WM_UNIT_TYPE" val="i"/>
  <p:tag name="KSO_WM_UNIT_INDEX" val="5"/>
</p:tagLst>
</file>

<file path=ppt/tags/tag510.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 name="KSO_WM_UNIT_CONTENT_GROUP_TYPE" val="titlestyle"/>
</p:tagLst>
</file>

<file path=ppt/tags/tag511.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10*i*1"/>
  <p:tag name="KSO_WM_UNIT_LAYERLEVEL" val="1"/>
  <p:tag name="KSO_WM_TAG_VERSION" val="3.0"/>
  <p:tag name="KSO_WM_UNIT_CONTENT_GROUP_TYPE" val="titlestyle"/>
  <p:tag name="KSO_WM_UNIT_TYPE" val="i"/>
  <p:tag name="KSO_WM_UNIT_INDEX" val="1"/>
</p:tagLst>
</file>

<file path=ppt/tags/tag512.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10*i*2"/>
  <p:tag name="KSO_WM_UNIT_LAYERLEVEL" val="1"/>
  <p:tag name="KSO_WM_TAG_VERSION" val="3.0"/>
  <p:tag name="KSO_WM_UNIT_CONTENT_GROUP_TYPE" val="titlestyle"/>
  <p:tag name="KSO_WM_UNIT_TYPE" val="i"/>
  <p:tag name="KSO_WM_UNIT_INDEX" val="2"/>
</p:tagLst>
</file>

<file path=ppt/tags/tag513.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10*i*3"/>
  <p:tag name="KSO_WM_UNIT_LAYERLEVEL" val="1"/>
  <p:tag name="KSO_WM_TAG_VERSION" val="3.0"/>
  <p:tag name="KSO_WM_UNIT_CONTENT_GROUP_TYPE" val="titlestyle"/>
  <p:tag name="KSO_WM_UNIT_TYPE" val="i"/>
  <p:tag name="KSO_WM_UNIT_INDEX" val="3"/>
</p:tagLst>
</file>

<file path=ppt/tags/tag514.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10*i*4"/>
  <p:tag name="KSO_WM_UNIT_LAYERLEVEL" val="1"/>
  <p:tag name="KSO_WM_TAG_VERSION" val="3.0"/>
  <p:tag name="KSO_WM_UNIT_CONTENT_GROUP_TYPE" val="titlestyle"/>
  <p:tag name="KSO_WM_UNIT_TYPE" val="i"/>
  <p:tag name="KSO_WM_UNIT_INDEX" val="4"/>
</p:tagLst>
</file>

<file path=ppt/tags/tag515.xml><?xml version="1.0" encoding="utf-8"?>
<p:tagLst xmlns:p="http://schemas.openxmlformats.org/presentationml/2006/main">
  <p:tag name="KSO_WM_UNIT_ISCONTENTSTITLE" val="0"/>
  <p:tag name="KSO_WM_UNIT_ISNUMDGMTITLE" val="0"/>
  <p:tag name="KSO_WM_UNIT_PRESET_TEXT" val="单击选择预设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 name="KSO_WM_UNIT_CONTENT_GROUP_TYPE" val="titlestyle"/>
</p:tagLst>
</file>

<file path=ppt/tags/tag5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1"/>
  <p:tag name="KSO_WM_UNIT_LAYERLEVEL" val="1"/>
  <p:tag name="KSO_WM_TAG_VERSION" val="3.0"/>
  <p:tag name="KSO_WM_BEAUTIFY_FLAG" val="#wm#"/>
  <p:tag name="KSO_WM_UNIT_TYPE" val="i"/>
  <p:tag name="KSO_WM_UNIT_INDEX" val="11"/>
</p:tagLst>
</file>

<file path=ppt/tags/tag520.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66"/>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521.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7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Lst>
</file>

<file path=ppt/tags/tag52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3"/>
  <p:tag name="KSO_WM_UNIT_LAYERLEVEL" val="1"/>
  <p:tag name="KSO_WM_TAG_VERSION" val="3.0"/>
  <p:tag name="KSO_WM_UNIT_TYPE" val="i"/>
  <p:tag name="KSO_WM_UNIT_INDEX" val="3"/>
</p:tagLst>
</file>

<file path=ppt/tags/tag523.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4"/>
  <p:tag name="KSO_WM_UNIT_LAYERLEVEL" val="1"/>
  <p:tag name="KSO_WM_TAG_VERSION" val="3.0"/>
  <p:tag name="KSO_WM_UNIT_TYPE" val="i"/>
  <p:tag name="KSO_WM_UNIT_INDEX" val="4"/>
</p:tagLst>
</file>

<file path=ppt/tags/tag524.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5"/>
  <p:tag name="KSO_WM_UNIT_LAYERLEVEL" val="1"/>
  <p:tag name="KSO_WM_TAG_VERSION" val="3.0"/>
  <p:tag name="KSO_WM_UNIT_TYPE" val="i"/>
  <p:tag name="KSO_WM_UNIT_INDEX" val="5"/>
</p:tagLst>
</file>

<file path=ppt/tags/tag525.xml><?xml version="1.0" encoding="utf-8"?>
<p:tagLst xmlns:p="http://schemas.openxmlformats.org/presentationml/2006/main">
  <p:tag name="KSO_WM_BEAUTIFY_FLAG" val="#wm#"/>
  <p:tag name="KSO_WM_UNIT_FILL_FORE_SCHEMECOLOR_INDEX_BRIGHTNESS" val="0"/>
  <p:tag name="KSO_WM_UNIT_FILL_FORE_SCHEMECOLOR_INDEX" val="5"/>
  <p:tag name="KSO_WM_UNIT_FILL_TYPE" val="1"/>
  <p:tag name="KSO_WM_UNIT_HIGHLIGHT" val="0"/>
  <p:tag name="KSO_WM_UNIT_COMPATIBLE" val="0"/>
  <p:tag name="KSO_WM_UNIT_DIAGRAM_ISNUMVISUAL" val="0"/>
  <p:tag name="KSO_WM_UNIT_DIAGRAM_ISREFERUNIT" val="0"/>
  <p:tag name="KSO_WM_UNIT_ID" val="_11*i*6"/>
  <p:tag name="KSO_WM_UNIT_LAYERLEVEL" val="1"/>
  <p:tag name="KSO_WM_TAG_VERSION" val="3.0"/>
  <p:tag name="KSO_WM_UNIT_TYPE" val="i"/>
  <p:tag name="KSO_WM_UNIT_INDEX" val="6"/>
</p:tagLst>
</file>

<file path=ppt/tags/tag526.xml><?xml version="1.0" encoding="utf-8"?>
<p:tagLst xmlns:p="http://schemas.openxmlformats.org/presentationml/2006/main">
  <p:tag name="KSO_WM_BEAUTIFY_FLAG" val="#wm#"/>
  <p:tag name="KSO_WM_UNIT_FILL_FORE_SCHEMECOLOR_INDEX_BRIGHTNESS" val="0"/>
  <p:tag name="KSO_WM_UNIT_FILL_FORE_SCHEMECOLOR_INDEX" val="8"/>
  <p:tag name="KSO_WM_UNIT_FILL_TYPE" val="1"/>
  <p:tag name="KSO_WM_UNIT_HIGHLIGHT" val="0"/>
  <p:tag name="KSO_WM_UNIT_COMPATIBLE" val="0"/>
  <p:tag name="KSO_WM_UNIT_DIAGRAM_ISNUMVISUAL" val="0"/>
  <p:tag name="KSO_WM_UNIT_DIAGRAM_ISREFERUNIT" val="0"/>
  <p:tag name="KSO_WM_UNIT_ID" val="_11*i*7"/>
  <p:tag name="KSO_WM_UNIT_LAYERLEVEL" val="1"/>
  <p:tag name="KSO_WM_TAG_VERSION" val="3.0"/>
  <p:tag name="KSO_WM_UNIT_TYPE" val="i"/>
  <p:tag name="KSO_WM_UNIT_INDEX" val="7"/>
</p:tagLst>
</file>

<file path=ppt/tags/tag527.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11*i*8"/>
  <p:tag name="KSO_WM_UNIT_LAYERLEVEL" val="1"/>
  <p:tag name="KSO_WM_TAG_VERSION" val="3.0"/>
  <p:tag name="KSO_WM_UNIT_TYPE" val="i"/>
  <p:tag name="KSO_WM_UNIT_INDEX" val="8"/>
</p:tagLst>
</file>

<file path=ppt/tags/tag528.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32"/>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11*i*9"/>
  <p:tag name="KSO_WM_UNIT_LAYERLEVEL" val="1"/>
  <p:tag name="KSO_WM_TAG_VERSION" val="3.0"/>
  <p:tag name="KSO_WM_UNIT_TYPE" val="i"/>
  <p:tag name="KSO_WM_UNIT_INDEX" val="9"/>
</p:tagLst>
</file>

<file path=ppt/tags/tag529.xml><?xml version="1.0" encoding="utf-8"?>
<p:tagLst xmlns:p="http://schemas.openxmlformats.org/presentationml/2006/main">
  <p:tag name="KSO_WM_UNIT_ISCONTENTSTITLE" val="0"/>
  <p:tag name="KSO_WM_UNIT_ISNUMDGMTITLE" val="0"/>
  <p:tag name="KSO_WM_UNIT_PRESET_TEXT" val="THANK YOU"/>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 name="KSO_WM_UNIT_CONTENT_GROUP_TYPE" val="contentchip"/>
</p:tagLst>
</file>

<file path=ppt/tags/tag5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5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5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5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5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535.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UNIT_CONTENT_GROUP_TYPE" val="titlestyle"/>
  <p:tag name="KSO_WM_UNIT_TYPE" val="i"/>
  <p:tag name="KSO_WM_UNIT_INDEX" val="2"/>
</p:tagLst>
</file>

<file path=ppt/tags/tag536.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0*i*3"/>
  <p:tag name="KSO_WM_UNIT_LAYERLEVEL" val="1"/>
  <p:tag name="KSO_WM_TAG_VERSION" val="3.0"/>
  <p:tag name="KSO_WM_UNIT_CONTENT_GROUP_TYPE" val="titlestyle"/>
  <p:tag name="KSO_WM_UNIT_TYPE" val="i"/>
  <p:tag name="KSO_WM_UNIT_INDEX" val="3"/>
</p:tagLst>
</file>

<file path=ppt/tags/tag537.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0*i*4"/>
  <p:tag name="KSO_WM_UNIT_LAYERLEVEL" val="1"/>
  <p:tag name="KSO_WM_TAG_VERSION" val="3.0"/>
  <p:tag name="KSO_WM_UNIT_CONTENT_GROUP_TYPE" val="titlestyle"/>
  <p:tag name="KSO_WM_UNIT_TYPE" val="i"/>
  <p:tag name="KSO_WM_UNIT_INDEX" val="4"/>
</p:tagLst>
</file>

<file path=ppt/tags/tag538.xml><?xml version="1.0" encoding="utf-8"?>
<p:tagLst xmlns:p="http://schemas.openxmlformats.org/presentationml/2006/main">
  <p:tag name="KSO_WM_UNIT_LINE_FORE_SCHEMECOLOR_INDEX_BRIGHTNESS" val="0"/>
  <p:tag name="KSO_WM_UNIT_LINE_FORE_SCHEMECOLOR_INDEX" val="5"/>
  <p:tag name="KSO_WM_UNIT_LINE_FILL_TYPE" val="2"/>
  <p:tag name="KSO_WM_BEAUTIFY_FLAG" val="#wm#"/>
  <p:tag name="KSO_WM_UNIT_HIGHLIGHT" val="0"/>
  <p:tag name="KSO_WM_UNIT_COMPATIBLE" val="0"/>
  <p:tag name="KSO_WM_UNIT_DIAGRAM_ISNUMVISUAL" val="0"/>
  <p:tag name="KSO_WM_UNIT_DIAGRAM_ISREFERUNIT" val="0"/>
  <p:tag name="KSO_WM_UNIT_ID" val="_0*i*5"/>
  <p:tag name="KSO_WM_UNIT_LAYERLEVEL" val="1"/>
  <p:tag name="KSO_WM_TAG_VERSION" val="3.0"/>
  <p:tag name="KSO_WM_UNIT_CONTENT_GROUP_TYPE" val="titlestyle"/>
  <p:tag name="KSO_WM_UNIT_TYPE" val="i"/>
  <p:tag name="KSO_WM_UNIT_INDEX" val="5"/>
</p:tagLst>
</file>

<file path=ppt/tags/tag5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5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5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5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TEMPLATE_CATEGORY" val="custom"/>
  <p:tag name="KSO_WM_TEMPLATE_INDEX" val="20233437"/>
</p:tagLst>
</file>

<file path=ppt/tags/tag5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3437"/>
</p:tagLst>
</file>

<file path=ppt/tags/tag544.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437"/>
  <p:tag name="KSO_WM_TEMPLATE_THUMBS_INDEX" val="1、9"/>
  <p:tag name="KSO_WM_SPECIAL_SOURCE" val="bdnull"/>
</p:tagLst>
</file>

<file path=ppt/tags/tag545.xml><?xml version="1.0" encoding="utf-8"?>
<p:tagLst xmlns:p="http://schemas.openxmlformats.org/presentationml/2006/main">
  <p:tag name="KSO_WM_UNIT_ISCONTENTSTITLE" val="0"/>
  <p:tag name="KSO_WM_UNIT_ISNUMDGMTITLE" val="0"/>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custom20233437_1*b*1"/>
  <p:tag name="KSO_WM_TEMPLATE_CATEGORY" val="custom"/>
  <p:tag name="KSO_WM_TEMPLATE_INDEX" val="20233437"/>
  <p:tag name="KSO_WM_UNIT_LAYERLEVEL" val="1"/>
  <p:tag name="KSO_WM_TAG_VERSION" val="3.0"/>
  <p:tag name="KSO_WM_BEAUTIFY_FLAG" val="#wm#"/>
  <p:tag name="KSO_WM_UNIT_CONTENT_GROUP_TYPE" val="contentchip"/>
  <p:tag name="KSO_WM_UNIT_PRESET_TEXT" val="Click to add subtitle"/>
</p:tagLst>
</file>

<file path=ppt/tags/tag54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3437_1*a*1"/>
  <p:tag name="KSO_WM_TEMPLATE_CATEGORY" val="custom"/>
  <p:tag name="KSO_WM_TEMPLATE_INDEX" val="20233437"/>
  <p:tag name="KSO_WM_UNIT_LAYERLEVEL" val="1"/>
  <p:tag name="KSO_WM_TAG_VERSION" val="3.0"/>
  <p:tag name="KSO_WM_BEAUTIFY_FLAG" val="#wm#"/>
  <p:tag name="KSO_WM_UNIT_CONTENT_GROUP_TYPE" val="contentchip"/>
  <p:tag name="KSO_WM_UNIT_PRESET_TEXT" val="Your title here"/>
</p:tagLst>
</file>

<file path=ppt/tags/tag547.xml><?xml version="1.0" encoding="utf-8"?>
<p:tagLst xmlns:p="http://schemas.openxmlformats.org/presentationml/2006/main">
  <p:tag name="KSO_WM_UNIT_SUBTYPE" val="b"/>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3437_1*f*1"/>
  <p:tag name="KSO_WM_TEMPLATE_CATEGORY" val="custom"/>
  <p:tag name="KSO_WM_TEMPLATE_INDEX" val="20233437"/>
  <p:tag name="KSO_WM_UNIT_LAYERLEVEL" val="1"/>
  <p:tag name="KSO_WM_TAG_VERSION" val="3.0"/>
  <p:tag name="KSO_WM_BEAUTIFY_FLAG" val="#wm#"/>
  <p:tag name="KSO_WM_UNIT_CONTENT_GROUP_TYPE" val="contentchip"/>
  <p:tag name="KSO_WM_UNIT_PRESET_TEXT" val="Name"/>
</p:tagLst>
</file>

<file path=ppt/tags/tag548.xml><?xml version="1.0" encoding="utf-8"?>
<p:tagLst xmlns:p="http://schemas.openxmlformats.org/presentationml/2006/main">
  <p:tag name="KSO_WM_SLIDE_ID" val="custom20233437_1"/>
  <p:tag name="KSO_WM_TEMPLATE_SUBCATEGORY" val="29"/>
  <p:tag name="KSO_WM_TEMPLATE_MASTER_TYPE" val="0"/>
  <p:tag name="KSO_WM_TEMPLATE_COLOR_TYPE" val="0"/>
  <p:tag name="KSO_WM_SLIDE_TYPE" val="title"/>
  <p:tag name="KSO_WM_SLIDE_SUBTYPE" val="pureTxt"/>
  <p:tag name="KSO_WM_SLIDE_ITEM_CNT" val="0"/>
  <p:tag name="KSO_WM_SLIDE_INDEX" val="1"/>
  <p:tag name="KSO_WM_TAG_VERSION" val="3.0"/>
  <p:tag name="KSO_WM_BEAUTIFY_FLAG" val="#wm#"/>
  <p:tag name="KSO_WM_TEMPLATE_CATEGORY" val="custom"/>
  <p:tag name="KSO_WM_TEMPLATE_INDEX" val="20233437"/>
  <p:tag name="KSO_WM_SLIDE_LAYOUT" val="a_b_f"/>
  <p:tag name="KSO_WM_SLIDE_LAYOUT_CNT" val="1_1_1"/>
  <p:tag name="KSO_WM_TEMPLATE_THUMBS_INDEX" val="1、9"/>
  <p:tag name="KSO_WM_SLIDE_CONTENT_AREA" val="{&quot;left&quot;:&quot;312.85&quot;,&quot;top&quot;:&quot;117.3&quot;,&quot;width&quot;:&quot;619.95&quot;,&quot;height&quot;:&quot;244.5&quot;}"/>
  <p:tag name="KSO_WM_SPECIAL_SOURCE" val="bdnull"/>
</p:tagLst>
</file>

<file path=ppt/tags/tag5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437_4*a*1"/>
  <p:tag name="KSO_WM_TEMPLATE_CATEGORY" val="custom"/>
  <p:tag name="KSO_WM_TEMPLATE_INDEX" val="20233437"/>
  <p:tag name="KSO_WM_UNIT_LAYERLEVEL" val="1"/>
  <p:tag name="KSO_WM_TAG_VERSION" val="3.0"/>
  <p:tag name="KSO_WM_BEAUTIFY_FLAG" val="#wm#"/>
  <p:tag name="KSO_WM_UNIT_ISCONTENTSTITLE" val="1"/>
  <p:tag name="KSO_WM_UNIT_ISNUMDGMTITLE" val="0"/>
  <p:tag name="KSO_WM_UNIT_NOCLEAR" val="0"/>
  <p:tag name="KSO_WM_DIAGRAM_GROUP_CODE" val="l1-1"/>
  <p:tag name="KSO_WM_UNIT_TYPE" val="a"/>
  <p:tag name="KSO_WM_UNIT_INDEX" val="1"/>
  <p:tag name="KSO_WM_UNIT_VALUE" val="7"/>
  <p:tag name="KSO_WM_UNIT_PRESET_TEXT" val="Contents "/>
  <p:tag name="KSO_WM_UNIT_TEXT_FILL_FORE_SCHEMECOLOR_INDEX" val="6"/>
  <p:tag name="KSO_WM_UNIT_TEXT_FILL_TYPE" val="1"/>
  <p:tag name="KSO_WM_UNIT_USESOURCEFORMAT_APPLY" val="1"/>
</p:tagLst>
</file>

<file path=ppt/tags/tag5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437_5*l_h_i*1_1_1"/>
  <p:tag name="KSO_WM_TEMPLATE_CATEGORY" val="custom"/>
  <p:tag name="KSO_WM_TEMPLATE_INDEX" val="20233437"/>
  <p:tag name="KSO_WM_UNIT_LAYERLEVEL" val="1_1_1"/>
  <p:tag name="KSO_WM_TAG_VERSION" val="3.0"/>
  <p:tag name="KSO_WM_BEAUTIFY_FLAG" val="#wm#"/>
  <p:tag name="KSO_WM_DIAGRAM_GROUP_CODE" val="l1-1"/>
  <p:tag name="KSO_WM_UNIT_SUBTYPE" val="d"/>
  <p:tag name="KSO_WM_UNIT_TYPE" val="l_h_i"/>
  <p:tag name="KSO_WM_UNIT_INDEX" val="1_1_1"/>
  <p:tag name="KSO_WM_DIAGRAM_MAX_ITEMCNT" val="6"/>
  <p:tag name="KSO_WM_DIAGRAM_MIN_ITEMCNT" val="2"/>
  <p:tag name="KSO_WM_DIAGRAM_VIRTUALLY_FRAME" val="{&quot;height&quot;:438.62208803191896,&quot;left&quot;:463.69149954728255,&quot;top&quot;:80.98759700745104,&quot;width&quot;:396.6141662597656}"/>
  <p:tag name="KSO_WM_DIAGRAM_COLOR_MATCH_VALUE" val="{&quot;shape&quot;:{&quot;fill&quot;:{&quot;gradient&quot;:[{&quot;brightness&quot;:0.4000000059604645,&quot;colorType&quot;:1,&quot;foreColorIndex&quot;:5,&quot;pos&quot;:0,&quot;transparency&quot;:0.20000000298023224},{&quot;brightness&quot;:0,&quot;colorType&quot;:1,&quot;foreColorIndex&quot;:6,&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FORE_SCHEMECOLOR_INDEX_1_BRIGHTNESS" val="0.4"/>
  <p:tag name="KSO_WM_UNIT_FILL_FORE_SCHEMECOLOR_INDEX_1" val="5"/>
  <p:tag name="KSO_WM_UNIT_FILL_FORE_SCHEMECOLOR_INDEX_1_POS" val="0"/>
  <p:tag name="KSO_WM_UNIT_FILL_FORE_SCHEMECOLOR_INDEX_1_TRANS" val="0.2"/>
  <p:tag name="KSO_WM_UNIT_FILL_FORE_SCHEMECOLOR_INDEX_2_BRIGHTNESS" val="0"/>
  <p:tag name="KSO_WM_UNIT_FILL_FORE_SCHEMECOLOR_INDEX_2" val="6"/>
  <p:tag name="KSO_WM_UNIT_FILL_FORE_SCHEMECOLOR_INDEX_2_POS" val="1"/>
  <p:tag name="KSO_WM_UNIT_FILL_FORE_SCHEMECOLOR_INDEX_2_TRANS" val="0"/>
  <p:tag name="KSO_WM_UNIT_FILL_GRADIENT_TYPE" val="0"/>
  <p:tag name="KSO_WM_UNIT_FILL_GRADIENT_ANGLE" val="160"/>
  <p:tag name="KSO_WM_UNIT_FILL_GRADIENT_Direction" val="-2"/>
  <p:tag name="KSO_WM_UNIT_FILL_TYPE" val="3"/>
  <p:tag name="KSO_WM_UNIT_TEXT_FILL_FORE_SCHEMECOLOR_INDEX_BRIGHTNESS" val="0"/>
  <p:tag name="KSO_WM_UNIT_TEXT_FILL_FORE_SCHEMECOLOR_INDEX" val="14"/>
  <p:tag name="KSO_WM_UNIT_TEXT_FILL_TYPE" val="1"/>
  <p:tag name="KSO_WM_UNIT_USESOURCEFORMAT_APPLY" val="1"/>
</p:tagLst>
</file>

<file path=ppt/tags/tag5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437_5*l_h_f*1_1_1"/>
  <p:tag name="KSO_WM_TEMPLATE_CATEGORY" val="custom"/>
  <p:tag name="KSO_WM_TEMPLATE_INDEX" val="20233437"/>
  <p:tag name="KSO_WM_UNIT_LAYERLEVEL" val="1_1_1"/>
  <p:tag name="KSO_WM_TAG_VERSION" val="3.0"/>
  <p:tag name="KSO_WM_BEAUTIFY_FLAG" val="#wm#"/>
  <p:tag name="KSO_WM_UNIT_SUBTYPE" val="a"/>
  <p:tag name="KSO_WM_UNIT_NOCLEAR" val="0"/>
  <p:tag name="KSO_WM_UNIT_VALUE" val="20"/>
  <p:tag name="KSO_WM_DIAGRAM_GROUP_CODE" val="l1-1"/>
  <p:tag name="KSO_WM_UNIT_TYPE" val="l_h_f"/>
  <p:tag name="KSO_WM_UNIT_INDEX" val="1_1_1"/>
  <p:tag name="KSO_WM_DIAGRAM_MAX_ITEMCNT" val="6"/>
  <p:tag name="KSO_WM_DIAGRAM_MIN_ITEMCNT" val="2"/>
  <p:tag name="KSO_WM_DIAGRAM_VIRTUALLY_FRAME" val="{&quot;height&quot;:438.62208803191896,&quot;left&quot;:463.69149954728255,&quot;top&quot;:80.98759700745104,&quot;width&quot;:396.61416625976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DIAGRAM_VERSION" val="3"/>
  <p:tag name="KSO_WM_DIAGRAM_COLOR_TRICK" val="1"/>
  <p:tag name="KSO_WM_DIAGRAM_COLOR_TEXT_CAN_REMOVE" val="n"/>
  <p:tag name="KSO_WM_UNIT_TEXT_FILL_FORE_SCHEMECOLOR_INDEX_BRIGHTNESS" val="0"/>
  <p:tag name="KSO_WM_UNIT_TEXT_FILL_FORE_SCHEMECOLOR_INDEX" val="6"/>
  <p:tag name="KSO_WM_UNIT_TEXT_FILL_TYPE" val="1"/>
  <p:tag name="KSO_WM_UNIT_USESOURCEFORMAT_APPLY" val="1"/>
</p:tagLst>
</file>

<file path=ppt/tags/tag5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437_5*l_h_i*1_2_1"/>
  <p:tag name="KSO_WM_TEMPLATE_CATEGORY" val="custom"/>
  <p:tag name="KSO_WM_TEMPLATE_INDEX" val="20233437"/>
  <p:tag name="KSO_WM_UNIT_LAYERLEVEL" val="1_1_1"/>
  <p:tag name="KSO_WM_TAG_VERSION" val="3.0"/>
  <p:tag name="KSO_WM_BEAUTIFY_FLAG" val="#wm#"/>
  <p:tag name="KSO_WM_DIAGRAM_GROUP_CODE" val="l1-1"/>
  <p:tag name="KSO_WM_UNIT_SUBTYPE" val="d"/>
  <p:tag name="KSO_WM_UNIT_TYPE" val="l_h_i"/>
  <p:tag name="KSO_WM_UNIT_INDEX" val="1_2_1"/>
  <p:tag name="KSO_WM_DIAGRAM_MAX_ITEMCNT" val="6"/>
  <p:tag name="KSO_WM_DIAGRAM_MIN_ITEMCNT" val="2"/>
  <p:tag name="KSO_WM_DIAGRAM_VIRTUALLY_FRAME" val="{&quot;height&quot;:438.62208803191896,&quot;left&quot;:463.69149954728255,&quot;top&quot;:80.98759700745104,&quot;width&quot;:396.6141662597656}"/>
  <p:tag name="KSO_WM_DIAGRAM_COLOR_MATCH_VALUE" val="{&quot;shape&quot;:{&quot;fill&quot;:{&quot;gradient&quot;:[{&quot;brightness&quot;:0.4000000059604645,&quot;colorType&quot;:1,&quot;foreColorIndex&quot;:5,&quot;pos&quot;:0,&quot;transparency&quot;:0.20000000298023224},{&quot;brightness&quot;:0,&quot;colorType&quot;:1,&quot;foreColorIndex&quot;:6,&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FORE_SCHEMECOLOR_INDEX_1_BRIGHTNESS" val="0.4"/>
  <p:tag name="KSO_WM_UNIT_FILL_FORE_SCHEMECOLOR_INDEX_1" val="5"/>
  <p:tag name="KSO_WM_UNIT_FILL_FORE_SCHEMECOLOR_INDEX_1_POS" val="0"/>
  <p:tag name="KSO_WM_UNIT_FILL_FORE_SCHEMECOLOR_INDEX_1_TRANS" val="0.2"/>
  <p:tag name="KSO_WM_UNIT_FILL_FORE_SCHEMECOLOR_INDEX_2_BRIGHTNESS" val="0"/>
  <p:tag name="KSO_WM_UNIT_FILL_FORE_SCHEMECOLOR_INDEX_2" val="6"/>
  <p:tag name="KSO_WM_UNIT_FILL_FORE_SCHEMECOLOR_INDEX_2_POS" val="1"/>
  <p:tag name="KSO_WM_UNIT_FILL_FORE_SCHEMECOLOR_INDEX_2_TRANS" val="0"/>
  <p:tag name="KSO_WM_UNIT_FILL_GRADIENT_TYPE" val="0"/>
  <p:tag name="KSO_WM_UNIT_FILL_GRADIENT_ANGLE" val="160"/>
  <p:tag name="KSO_WM_UNIT_FILL_GRADIENT_Direction" val="-2"/>
  <p:tag name="KSO_WM_UNIT_FILL_TYPE" val="3"/>
  <p:tag name="KSO_WM_UNIT_TEXT_FILL_FORE_SCHEMECOLOR_INDEX_BRIGHTNESS" val="0"/>
  <p:tag name="KSO_WM_UNIT_TEXT_FILL_FORE_SCHEMECOLOR_INDEX" val="14"/>
  <p:tag name="KSO_WM_UNIT_TEXT_FILL_TYPE" val="1"/>
  <p:tag name="KSO_WM_UNIT_USESOURCEFORMAT_APPLY" val="1"/>
</p:tagLst>
</file>

<file path=ppt/tags/tag5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437_5*l_h_f*1_2_1"/>
  <p:tag name="KSO_WM_TEMPLATE_CATEGORY" val="custom"/>
  <p:tag name="KSO_WM_TEMPLATE_INDEX" val="20233437"/>
  <p:tag name="KSO_WM_UNIT_LAYERLEVEL" val="1_1_1"/>
  <p:tag name="KSO_WM_TAG_VERSION" val="3.0"/>
  <p:tag name="KSO_WM_BEAUTIFY_FLAG" val="#wm#"/>
  <p:tag name="KSO_WM_UNIT_SUBTYPE" val="a"/>
  <p:tag name="KSO_WM_UNIT_NOCLEAR" val="0"/>
  <p:tag name="KSO_WM_DIAGRAM_GROUP_CODE" val="l1-1"/>
  <p:tag name="KSO_WM_UNIT_TYPE" val="l_h_f"/>
  <p:tag name="KSO_WM_UNIT_INDEX" val="1_2_1"/>
  <p:tag name="KSO_WM_DIAGRAM_MAX_ITEMCNT" val="6"/>
  <p:tag name="KSO_WM_DIAGRAM_MIN_ITEMCNT" val="2"/>
  <p:tag name="KSO_WM_DIAGRAM_VIRTUALLY_FRAME" val="{&quot;height&quot;:438.62208803191896,&quot;left&quot;:463.69149954728255,&quot;top&quot;:80.98759700745104,&quot;width&quot;:396.61416625976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DIAGRAM_VERSION" val="3"/>
  <p:tag name="KSO_WM_DIAGRAM_COLOR_TRICK" val="1"/>
  <p:tag name="KSO_WM_DIAGRAM_COLOR_TEXT_CAN_REMOVE" val="n"/>
  <p:tag name="KSO_WM_UNIT_TEXT_FILL_FORE_SCHEMECOLOR_INDEX_BRIGHTNESS" val="0"/>
  <p:tag name="KSO_WM_UNIT_TEXT_FILL_FORE_SCHEMECOLOR_INDEX" val="6"/>
  <p:tag name="KSO_WM_UNIT_TEXT_FILL_TYPE" val="1"/>
  <p:tag name="KSO_WM_UNIT_USESOURCEFORMAT_APPLY" val="1"/>
</p:tagLst>
</file>

<file path=ppt/tags/tag5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437_5*l_h_i*1_3_1"/>
  <p:tag name="KSO_WM_TEMPLATE_CATEGORY" val="custom"/>
  <p:tag name="KSO_WM_TEMPLATE_INDEX" val="20233437"/>
  <p:tag name="KSO_WM_UNIT_LAYERLEVEL" val="1_1_1"/>
  <p:tag name="KSO_WM_TAG_VERSION" val="3.0"/>
  <p:tag name="KSO_WM_BEAUTIFY_FLAG" val="#wm#"/>
  <p:tag name="KSO_WM_DIAGRAM_GROUP_CODE" val="l1-1"/>
  <p:tag name="KSO_WM_UNIT_SUBTYPE" val="d"/>
  <p:tag name="KSO_WM_UNIT_TYPE" val="l_h_i"/>
  <p:tag name="KSO_WM_UNIT_INDEX" val="1_3_1"/>
  <p:tag name="KSO_WM_DIAGRAM_MAX_ITEMCNT" val="6"/>
  <p:tag name="KSO_WM_DIAGRAM_MIN_ITEMCNT" val="2"/>
  <p:tag name="KSO_WM_DIAGRAM_VIRTUALLY_FRAME" val="{&quot;height&quot;:438.62208803191896,&quot;left&quot;:463.69149954728255,&quot;top&quot;:80.98759700745104,&quot;width&quot;:396.6141662597656}"/>
  <p:tag name="KSO_WM_DIAGRAM_COLOR_MATCH_VALUE" val="{&quot;shape&quot;:{&quot;fill&quot;:{&quot;gradient&quot;:[{&quot;brightness&quot;:0.4000000059604645,&quot;colorType&quot;:1,&quot;foreColorIndex&quot;:5,&quot;pos&quot;:0,&quot;transparency&quot;:0.20000000298023224},{&quot;brightness&quot;:0,&quot;colorType&quot;:1,&quot;foreColorIndex&quot;:6,&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FORE_SCHEMECOLOR_INDEX_1_BRIGHTNESS" val="0.4"/>
  <p:tag name="KSO_WM_UNIT_FILL_FORE_SCHEMECOLOR_INDEX_1" val="5"/>
  <p:tag name="KSO_WM_UNIT_FILL_FORE_SCHEMECOLOR_INDEX_1_POS" val="0"/>
  <p:tag name="KSO_WM_UNIT_FILL_FORE_SCHEMECOLOR_INDEX_1_TRANS" val="0.2"/>
  <p:tag name="KSO_WM_UNIT_FILL_FORE_SCHEMECOLOR_INDEX_2_BRIGHTNESS" val="0"/>
  <p:tag name="KSO_WM_UNIT_FILL_FORE_SCHEMECOLOR_INDEX_2" val="6"/>
  <p:tag name="KSO_WM_UNIT_FILL_FORE_SCHEMECOLOR_INDEX_2_POS" val="1"/>
  <p:tag name="KSO_WM_UNIT_FILL_FORE_SCHEMECOLOR_INDEX_2_TRANS" val="0"/>
  <p:tag name="KSO_WM_UNIT_FILL_GRADIENT_TYPE" val="0"/>
  <p:tag name="KSO_WM_UNIT_FILL_GRADIENT_ANGLE" val="160"/>
  <p:tag name="KSO_WM_UNIT_FILL_GRADIENT_Direction" val="-2"/>
  <p:tag name="KSO_WM_UNIT_FILL_TYPE" val="3"/>
  <p:tag name="KSO_WM_UNIT_TEXT_FILL_FORE_SCHEMECOLOR_INDEX_BRIGHTNESS" val="0"/>
  <p:tag name="KSO_WM_UNIT_TEXT_FILL_FORE_SCHEMECOLOR_INDEX" val="14"/>
  <p:tag name="KSO_WM_UNIT_TEXT_FILL_TYPE" val="1"/>
  <p:tag name="KSO_WM_UNIT_USESOURCEFORMAT_APPLY" val="1"/>
</p:tagLst>
</file>

<file path=ppt/tags/tag5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437_5*l_h_f*1_3_1"/>
  <p:tag name="KSO_WM_TEMPLATE_CATEGORY" val="custom"/>
  <p:tag name="KSO_WM_TEMPLATE_INDEX" val="20233437"/>
  <p:tag name="KSO_WM_UNIT_LAYERLEVEL" val="1_1_1"/>
  <p:tag name="KSO_WM_TAG_VERSION" val="3.0"/>
  <p:tag name="KSO_WM_BEAUTIFY_FLAG" val="#wm#"/>
  <p:tag name="KSO_WM_UNIT_SUBTYPE" val="a"/>
  <p:tag name="KSO_WM_UNIT_NOCLEAR" val="0"/>
  <p:tag name="KSO_WM_DIAGRAM_GROUP_CODE" val="l1-1"/>
  <p:tag name="KSO_WM_UNIT_TYPE" val="l_h_f"/>
  <p:tag name="KSO_WM_UNIT_INDEX" val="1_3_1"/>
  <p:tag name="KSO_WM_DIAGRAM_MAX_ITEMCNT" val="6"/>
  <p:tag name="KSO_WM_DIAGRAM_MIN_ITEMCNT" val="2"/>
  <p:tag name="KSO_WM_DIAGRAM_VIRTUALLY_FRAME" val="{&quot;height&quot;:438.62208803191896,&quot;left&quot;:463.69149954728255,&quot;top&quot;:80.98759700745104,&quot;width&quot;:396.61416625976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DIAGRAM_VERSION" val="3"/>
  <p:tag name="KSO_WM_DIAGRAM_COLOR_TRICK" val="1"/>
  <p:tag name="KSO_WM_DIAGRAM_COLOR_TEXT_CAN_REMOVE" val="n"/>
  <p:tag name="KSO_WM_UNIT_TEXT_FILL_FORE_SCHEMECOLOR_INDEX_BRIGHTNESS" val="0"/>
  <p:tag name="KSO_WM_UNIT_TEXT_FILL_FORE_SCHEMECOLOR_INDEX" val="6"/>
  <p:tag name="KSO_WM_UNIT_TEXT_FILL_TYPE" val="1"/>
  <p:tag name="KSO_WM_UNIT_USESOURCEFORMAT_APPLY" val="1"/>
</p:tagLst>
</file>

<file path=ppt/tags/tag5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437_5*l_h_i*1_4_1"/>
  <p:tag name="KSO_WM_TEMPLATE_CATEGORY" val="custom"/>
  <p:tag name="KSO_WM_TEMPLATE_INDEX" val="20233437"/>
  <p:tag name="KSO_WM_UNIT_LAYERLEVEL" val="1_1_1"/>
  <p:tag name="KSO_WM_TAG_VERSION" val="3.0"/>
  <p:tag name="KSO_WM_BEAUTIFY_FLAG" val="#wm#"/>
  <p:tag name="KSO_WM_DIAGRAM_GROUP_CODE" val="l1-1"/>
  <p:tag name="KSO_WM_UNIT_SUBTYPE" val="d"/>
  <p:tag name="KSO_WM_UNIT_TYPE" val="l_h_i"/>
  <p:tag name="KSO_WM_UNIT_INDEX" val="1_4_1"/>
  <p:tag name="KSO_WM_DIAGRAM_MAX_ITEMCNT" val="6"/>
  <p:tag name="KSO_WM_DIAGRAM_MIN_ITEMCNT" val="2"/>
  <p:tag name="KSO_WM_DIAGRAM_VIRTUALLY_FRAME" val="{&quot;height&quot;:438.62208803191896,&quot;left&quot;:463.69149954728255,&quot;top&quot;:80.98759700745104,&quot;width&quot;:396.6141662597656}"/>
  <p:tag name="KSO_WM_DIAGRAM_COLOR_MATCH_VALUE" val="{&quot;shape&quot;:{&quot;fill&quot;:{&quot;gradient&quot;:[{&quot;brightness&quot;:0.4000000059604645,&quot;colorType&quot;:1,&quot;foreColorIndex&quot;:5,&quot;pos&quot;:0,&quot;transparency&quot;:0.20000000298023224},{&quot;brightness&quot;:0,&quot;colorType&quot;:1,&quot;foreColorIndex&quot;:6,&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FORE_SCHEMECOLOR_INDEX_1_BRIGHTNESS" val="0.4"/>
  <p:tag name="KSO_WM_UNIT_FILL_FORE_SCHEMECOLOR_INDEX_1" val="5"/>
  <p:tag name="KSO_WM_UNIT_FILL_FORE_SCHEMECOLOR_INDEX_1_POS" val="0"/>
  <p:tag name="KSO_WM_UNIT_FILL_FORE_SCHEMECOLOR_INDEX_1_TRANS" val="0.2"/>
  <p:tag name="KSO_WM_UNIT_FILL_FORE_SCHEMECOLOR_INDEX_2_BRIGHTNESS" val="0"/>
  <p:tag name="KSO_WM_UNIT_FILL_FORE_SCHEMECOLOR_INDEX_2" val="6"/>
  <p:tag name="KSO_WM_UNIT_FILL_FORE_SCHEMECOLOR_INDEX_2_POS" val="1"/>
  <p:tag name="KSO_WM_UNIT_FILL_FORE_SCHEMECOLOR_INDEX_2_TRANS" val="0"/>
  <p:tag name="KSO_WM_UNIT_FILL_GRADIENT_TYPE" val="0"/>
  <p:tag name="KSO_WM_UNIT_FILL_GRADIENT_ANGLE" val="160"/>
  <p:tag name="KSO_WM_UNIT_FILL_GRADIENT_Direction" val="-2"/>
  <p:tag name="KSO_WM_UNIT_FILL_TYPE" val="3"/>
  <p:tag name="KSO_WM_UNIT_TEXT_FILL_FORE_SCHEMECOLOR_INDEX_BRIGHTNESS" val="0"/>
  <p:tag name="KSO_WM_UNIT_TEXT_FILL_FORE_SCHEMECOLOR_INDEX" val="14"/>
  <p:tag name="KSO_WM_UNIT_TEXT_FILL_TYPE" val="1"/>
  <p:tag name="KSO_WM_UNIT_USESOURCEFORMAT_APPLY" val="1"/>
</p:tagLst>
</file>

<file path=ppt/tags/tag5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437_5*l_h_f*1_4_1"/>
  <p:tag name="KSO_WM_TEMPLATE_CATEGORY" val="custom"/>
  <p:tag name="KSO_WM_TEMPLATE_INDEX" val="20233437"/>
  <p:tag name="KSO_WM_UNIT_LAYERLEVEL" val="1_1_1"/>
  <p:tag name="KSO_WM_TAG_VERSION" val="3.0"/>
  <p:tag name="KSO_WM_BEAUTIFY_FLAG" val="#wm#"/>
  <p:tag name="KSO_WM_UNIT_SUBTYPE" val="a"/>
  <p:tag name="KSO_WM_UNIT_NOCLEAR" val="0"/>
  <p:tag name="KSO_WM_DIAGRAM_GROUP_CODE" val="l1-1"/>
  <p:tag name="KSO_WM_UNIT_TYPE" val="l_h_f"/>
  <p:tag name="KSO_WM_UNIT_INDEX" val="1_4_1"/>
  <p:tag name="KSO_WM_DIAGRAM_MAX_ITEMCNT" val="6"/>
  <p:tag name="KSO_WM_DIAGRAM_MIN_ITEMCNT" val="2"/>
  <p:tag name="KSO_WM_DIAGRAM_VIRTUALLY_FRAME" val="{&quot;height&quot;:438.62208803191896,&quot;left&quot;:463.69149954728255,&quot;top&quot;:80.98759700745104,&quot;width&quot;:396.61416625976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DIAGRAM_VERSION" val="3"/>
  <p:tag name="KSO_WM_DIAGRAM_COLOR_TRICK" val="1"/>
  <p:tag name="KSO_WM_DIAGRAM_COLOR_TEXT_CAN_REMOVE" val="n"/>
  <p:tag name="KSO_WM_UNIT_TEXT_FILL_FORE_SCHEMECOLOR_INDEX_BRIGHTNESS" val="0"/>
  <p:tag name="KSO_WM_UNIT_TEXT_FILL_FORE_SCHEMECOLOR_INDEX" val="6"/>
  <p:tag name="KSO_WM_UNIT_TEXT_FILL_TYPE" val="1"/>
  <p:tag name="KSO_WM_UNIT_USESOURCEFORMAT_APPLY" val="1"/>
</p:tagLst>
</file>

<file path=ppt/tags/tag5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437_5*l_h_i*1_5_1"/>
  <p:tag name="KSO_WM_TEMPLATE_CATEGORY" val="custom"/>
  <p:tag name="KSO_WM_TEMPLATE_INDEX" val="20233437"/>
  <p:tag name="KSO_WM_UNIT_LAYERLEVEL" val="1_1_1"/>
  <p:tag name="KSO_WM_TAG_VERSION" val="3.0"/>
  <p:tag name="KSO_WM_BEAUTIFY_FLAG" val="#wm#"/>
  <p:tag name="KSO_WM_DIAGRAM_GROUP_CODE" val="l1-1"/>
  <p:tag name="KSO_WM_UNIT_SUBTYPE" val="d"/>
  <p:tag name="KSO_WM_UNIT_TYPE" val="l_h_i"/>
  <p:tag name="KSO_WM_UNIT_INDEX" val="1_5_1"/>
  <p:tag name="KSO_WM_DIAGRAM_MAX_ITEMCNT" val="6"/>
  <p:tag name="KSO_WM_DIAGRAM_MIN_ITEMCNT" val="2"/>
  <p:tag name="KSO_WM_DIAGRAM_VIRTUALLY_FRAME" val="{&quot;height&quot;:438.62208803191896,&quot;left&quot;:463.69149954728255,&quot;top&quot;:80.98759700745104,&quot;width&quot;:396.6141662597656}"/>
  <p:tag name="KSO_WM_DIAGRAM_COLOR_MATCH_VALUE" val="{&quot;shape&quot;:{&quot;fill&quot;:{&quot;gradient&quot;:[{&quot;brightness&quot;:0.4000000059604645,&quot;colorType&quot;:1,&quot;foreColorIndex&quot;:5,&quot;pos&quot;:0,&quot;transparency&quot;:0.20000000298023224},{&quot;brightness&quot;:0,&quot;colorType&quot;:1,&quot;foreColorIndex&quot;:6,&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4,&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FORE_SCHEMECOLOR_INDEX_1_BRIGHTNESS" val="0.4"/>
  <p:tag name="KSO_WM_UNIT_FILL_FORE_SCHEMECOLOR_INDEX_1" val="5"/>
  <p:tag name="KSO_WM_UNIT_FILL_FORE_SCHEMECOLOR_INDEX_1_POS" val="0"/>
  <p:tag name="KSO_WM_UNIT_FILL_FORE_SCHEMECOLOR_INDEX_1_TRANS" val="0.2"/>
  <p:tag name="KSO_WM_UNIT_FILL_FORE_SCHEMECOLOR_INDEX_2_BRIGHTNESS" val="0"/>
  <p:tag name="KSO_WM_UNIT_FILL_FORE_SCHEMECOLOR_INDEX_2" val="6"/>
  <p:tag name="KSO_WM_UNIT_FILL_FORE_SCHEMECOLOR_INDEX_2_POS" val="1"/>
  <p:tag name="KSO_WM_UNIT_FILL_FORE_SCHEMECOLOR_INDEX_2_TRANS" val="0"/>
  <p:tag name="KSO_WM_UNIT_FILL_GRADIENT_TYPE" val="0"/>
  <p:tag name="KSO_WM_UNIT_FILL_GRADIENT_ANGLE" val="160"/>
  <p:tag name="KSO_WM_UNIT_FILL_GRADIENT_Direction" val="-2"/>
  <p:tag name="KSO_WM_UNIT_FILL_TYPE" val="3"/>
  <p:tag name="KSO_WM_UNIT_TEXT_FILL_FORE_SCHEMECOLOR_INDEX_BRIGHTNESS" val="0"/>
  <p:tag name="KSO_WM_UNIT_TEXT_FILL_FORE_SCHEMECOLOR_INDEX" val="14"/>
  <p:tag name="KSO_WM_UNIT_TEXT_FILL_TYPE" val="1"/>
  <p:tag name="KSO_WM_UNIT_USESOURCEFORMAT_APPLY" val="1"/>
</p:tagLst>
</file>

<file path=ppt/tags/tag5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33437_5*l_h_f*1_5_1"/>
  <p:tag name="KSO_WM_TEMPLATE_CATEGORY" val="custom"/>
  <p:tag name="KSO_WM_TEMPLATE_INDEX" val="20233437"/>
  <p:tag name="KSO_WM_UNIT_LAYERLEVEL" val="1_1_1"/>
  <p:tag name="KSO_WM_TAG_VERSION" val="3.0"/>
  <p:tag name="KSO_WM_BEAUTIFY_FLAG" val="#wm#"/>
  <p:tag name="KSO_WM_UNIT_SUBTYPE" val="a"/>
  <p:tag name="KSO_WM_UNIT_NOCLEAR" val="0"/>
  <p:tag name="KSO_WM_DIAGRAM_GROUP_CODE" val="l1-1"/>
  <p:tag name="KSO_WM_UNIT_TYPE" val="l_h_f"/>
  <p:tag name="KSO_WM_UNIT_INDEX" val="1_5_1"/>
  <p:tag name="KSO_WM_DIAGRAM_MAX_ITEMCNT" val="6"/>
  <p:tag name="KSO_WM_DIAGRAM_MIN_ITEMCNT" val="2"/>
  <p:tag name="KSO_WM_DIAGRAM_VIRTUALLY_FRAME" val="{&quot;height&quot;:438.62208803191896,&quot;left&quot;:463.69149954728255,&quot;top&quot;:80.98759700745104,&quot;width&quot;:396.614166259765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6,&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Your title here"/>
  <p:tag name="KSO_WM_DIAGRAM_VERSION" val="3"/>
  <p:tag name="KSO_WM_DIAGRAM_COLOR_TRICK" val="1"/>
  <p:tag name="KSO_WM_DIAGRAM_COLOR_TEXT_CAN_REMOVE" val="n"/>
  <p:tag name="KSO_WM_UNIT_TEXT_FILL_FORE_SCHEMECOLOR_INDEX_BRIGHTNESS" val="0"/>
  <p:tag name="KSO_WM_UNIT_TEXT_FILL_FORE_SCHEMECOLOR_INDEX" val="6"/>
  <p:tag name="KSO_WM_UNIT_TEXT_FILL_TYPE" val="1"/>
  <p:tag name="KSO_WM_UNIT_USESOURCEFORMAT_APPLY" val="1"/>
</p:tagLst>
</file>

<file path=ppt/tags/tag560.xml><?xml version="1.0" encoding="utf-8"?>
<p:tagLst xmlns:p="http://schemas.openxmlformats.org/presentationml/2006/main">
  <p:tag name="KSO_WM_SLIDE_ID" val="custom20233437_4"/>
  <p:tag name="KSO_WM_TEMPLATE_SUBCATEGORY" val="0"/>
  <p:tag name="KSO_WM_TEMPLATE_MASTER_TYPE" val="0"/>
  <p:tag name="KSO_WM_TEMPLATE_COLOR_TYPE" val="0"/>
  <p:tag name="KSO_WM_SLIDE_ITEM_CNT" val="5"/>
  <p:tag name="KSO_WM_SLIDE_INDEX" val="4"/>
  <p:tag name="KSO_WM_TAG_VERSION" val="3.0"/>
  <p:tag name="KSO_WM_BEAUTIFY_FLAG" val="#wm#"/>
  <p:tag name="KSO_WM_TEMPLATE_CATEGORY" val="custom"/>
  <p:tag name="KSO_WM_TEMPLATE_INDEX" val="20233437"/>
  <p:tag name="KSO_WM_SLIDE_TYPE" val="contents"/>
  <p:tag name="KSO_WM_SLIDE_SUBTYPE" val="diag"/>
  <p:tag name="KSO_WM_DIAGRAM_GROUP_CODE" val="l1-1"/>
  <p:tag name="KSO_WM_SLIDE_DIAGTYPE" val="l"/>
  <p:tag name="KSO_WM_SLIDE_LAYOUT" val="a_l"/>
  <p:tag name="KSO_WM_SLIDE_LAYOUT_CNT" val="1_1"/>
</p:tagLst>
</file>

<file path=ppt/tags/tag56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3437_7*a*1"/>
  <p:tag name="KSO_WM_TEMPLATE_CATEGORY" val="custom"/>
  <p:tag name="KSO_WM_TEMPLATE_INDEX" val="20233437"/>
  <p:tag name="KSO_WM_UNIT_LAYERLEVEL" val="1"/>
  <p:tag name="KSO_WM_TAG_VERSION" val="3.0"/>
  <p:tag name="KSO_WM_BEAUTIFY_FLAG" val="#wm#"/>
  <p:tag name="KSO_WM_UNIT_CONTENT_GROUP_TYPE" val="contentchip"/>
  <p:tag name="KSO_WM_UNIT_PRESET_TEXT" val="Your title here"/>
</p:tagLst>
</file>

<file path=ppt/tags/tag562.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3437_7*e*1"/>
  <p:tag name="KSO_WM_TEMPLATE_CATEGORY" val="custom"/>
  <p:tag name="KSO_WM_TEMPLATE_INDEX" val="20233437"/>
  <p:tag name="KSO_WM_UNIT_LAYERLEVEL" val="1"/>
  <p:tag name="KSO_WM_TAG_VERSION" val="3.0"/>
  <p:tag name="KSO_WM_BEAUTIFY_FLAG" val="#wm#"/>
  <p:tag name="KSO_WM_UNIT_CONTENT_GROUP_TYPE" val="contentchip"/>
  <p:tag name="KSO_WM_UNIT_PRESET_TEXT" val="PART ONE"/>
</p:tagLst>
</file>

<file path=ppt/tags/tag56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3437_7*a*1"/>
  <p:tag name="KSO_WM_TEMPLATE_CATEGORY" val="custom"/>
  <p:tag name="KSO_WM_TEMPLATE_INDEX" val="20233437"/>
  <p:tag name="KSO_WM_UNIT_LAYERLEVEL" val="1"/>
  <p:tag name="KSO_WM_TAG_VERSION" val="3.0"/>
  <p:tag name="KSO_WM_BEAUTIFY_FLAG" val="#wm#"/>
  <p:tag name="KSO_WM_UNIT_CONTENT_GROUP_TYPE" val="contentchip"/>
  <p:tag name="KSO_WM_UNIT_PRESET_TEXT" val="Your title here"/>
</p:tagLst>
</file>

<file path=ppt/tags/tag564.xml><?xml version="1.0" encoding="utf-8"?>
<p:tagLst xmlns:p="http://schemas.openxmlformats.org/presentationml/2006/main">
  <p:tag name="KSO_WM_SLIDE_ID" val="custom20233437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437"/>
  <p:tag name="KSO_WM_SLIDE_LAYOUT" val="a_e"/>
  <p:tag name="KSO_WM_SLIDE_LAYOUT_CNT" val="1_1"/>
  <p:tag name="KSO_WM_SLIDE_TYPE" val="sectionTitle"/>
  <p:tag name="KSO_WM_SLIDE_SUBTYPE" val="pureTxt"/>
  <p:tag name="KSO_WM_SLIDE_CONTENT_AREA" val="{&quot;left&quot;:&quot;379.35&quot;,&quot;top&quot;:&quot;120.4&quot;,&quot;width&quot;:&quot;569.05&quot;,&quot;height&quot;:&quot;244.5&quot;}"/>
  <p:tag name="KSO_WM_SPECIAL_SOURCE" val="bdnull"/>
</p:tagLst>
</file>

<file path=ppt/tags/tag56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3437_7*a*1"/>
  <p:tag name="KSO_WM_TEMPLATE_CATEGORY" val="custom"/>
  <p:tag name="KSO_WM_TEMPLATE_INDEX" val="20233437"/>
  <p:tag name="KSO_WM_UNIT_LAYERLEVEL" val="1"/>
  <p:tag name="KSO_WM_TAG_VERSION" val="3.0"/>
  <p:tag name="KSO_WM_BEAUTIFY_FLAG" val="#wm#"/>
  <p:tag name="KSO_WM_UNIT_CONTENT_GROUP_TYPE" val="contentchip"/>
  <p:tag name="KSO_WM_UNIT_PRESET_TEXT" val="Your title here"/>
</p:tagLst>
</file>

<file path=ppt/tags/tag566.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3437_7*e*1"/>
  <p:tag name="KSO_WM_TEMPLATE_CATEGORY" val="custom"/>
  <p:tag name="KSO_WM_TEMPLATE_INDEX" val="20233437"/>
  <p:tag name="KSO_WM_UNIT_LAYERLEVEL" val="1"/>
  <p:tag name="KSO_WM_TAG_VERSION" val="3.0"/>
  <p:tag name="KSO_WM_BEAUTIFY_FLAG" val="#wm#"/>
  <p:tag name="KSO_WM_UNIT_CONTENT_GROUP_TYPE" val="contentchip"/>
  <p:tag name="KSO_WM_UNIT_PRESET_TEXT" val="PART ONE"/>
</p:tagLst>
</file>

<file path=ppt/tags/tag56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3437_7*a*1"/>
  <p:tag name="KSO_WM_TEMPLATE_CATEGORY" val="custom"/>
  <p:tag name="KSO_WM_TEMPLATE_INDEX" val="20233437"/>
  <p:tag name="KSO_WM_UNIT_LAYERLEVEL" val="1"/>
  <p:tag name="KSO_WM_TAG_VERSION" val="3.0"/>
  <p:tag name="KSO_WM_BEAUTIFY_FLAG" val="#wm#"/>
  <p:tag name="KSO_WM_UNIT_CONTENT_GROUP_TYPE" val="contentchip"/>
  <p:tag name="KSO_WM_UNIT_PRESET_TEXT" val="Your title here"/>
</p:tagLst>
</file>

<file path=ppt/tags/tag568.xml><?xml version="1.0" encoding="utf-8"?>
<p:tagLst xmlns:p="http://schemas.openxmlformats.org/presentationml/2006/main">
  <p:tag name="KSO_WM_SLIDE_ID" val="custom20233437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437"/>
  <p:tag name="KSO_WM_SLIDE_LAYOUT" val="a_e"/>
  <p:tag name="KSO_WM_SLIDE_LAYOUT_CNT" val="1_1"/>
  <p:tag name="KSO_WM_SLIDE_TYPE" val="sectionTitle"/>
  <p:tag name="KSO_WM_SLIDE_SUBTYPE" val="pureTxt"/>
  <p:tag name="KSO_WM_SLIDE_CONTENT_AREA" val="{&quot;left&quot;:&quot;379.35&quot;,&quot;top&quot;:&quot;120.4&quot;,&quot;width&quot;:&quot;569.05&quot;,&quot;height&quot;:&quot;244.5&quot;}"/>
  <p:tag name="KSO_WM_SPECIAL_SOURCE" val="bdnull"/>
</p:tagLst>
</file>

<file path=ppt/tags/tag56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3437_7*a*1"/>
  <p:tag name="KSO_WM_TEMPLATE_CATEGORY" val="custom"/>
  <p:tag name="KSO_WM_TEMPLATE_INDEX" val="20233437"/>
  <p:tag name="KSO_WM_UNIT_LAYERLEVEL" val="1"/>
  <p:tag name="KSO_WM_TAG_VERSION" val="3.0"/>
  <p:tag name="KSO_WM_BEAUTIFY_FLAG" val="#wm#"/>
  <p:tag name="KSO_WM_UNIT_CONTENT_GROUP_TYPE" val="contentchip"/>
  <p:tag name="KSO_WM_UNIT_PRESET_TEXT" val="Your title here"/>
</p:tagLst>
</file>

<file path=ppt/tags/tag570.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3437_7*e*1"/>
  <p:tag name="KSO_WM_TEMPLATE_CATEGORY" val="custom"/>
  <p:tag name="KSO_WM_TEMPLATE_INDEX" val="20233437"/>
  <p:tag name="KSO_WM_UNIT_LAYERLEVEL" val="1"/>
  <p:tag name="KSO_WM_TAG_VERSION" val="3.0"/>
  <p:tag name="KSO_WM_BEAUTIFY_FLAG" val="#wm#"/>
  <p:tag name="KSO_WM_UNIT_CONTENT_GROUP_TYPE" val="contentchip"/>
  <p:tag name="KSO_WM_UNIT_PRESET_TEXT" val="PART ONE"/>
</p:tagLst>
</file>

<file path=ppt/tags/tag57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3437_7*a*1"/>
  <p:tag name="KSO_WM_TEMPLATE_CATEGORY" val="custom"/>
  <p:tag name="KSO_WM_TEMPLATE_INDEX" val="20233437"/>
  <p:tag name="KSO_WM_UNIT_LAYERLEVEL" val="1"/>
  <p:tag name="KSO_WM_TAG_VERSION" val="3.0"/>
  <p:tag name="KSO_WM_BEAUTIFY_FLAG" val="#wm#"/>
  <p:tag name="KSO_WM_UNIT_CONTENT_GROUP_TYPE" val="contentchip"/>
  <p:tag name="KSO_WM_UNIT_PRESET_TEXT" val="Your title here"/>
</p:tagLst>
</file>

<file path=ppt/tags/tag572.xml><?xml version="1.0" encoding="utf-8"?>
<p:tagLst xmlns:p="http://schemas.openxmlformats.org/presentationml/2006/main">
  <p:tag name="KSO_WM_SLIDE_ID" val="custom20233437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437"/>
  <p:tag name="KSO_WM_SLIDE_LAYOUT" val="a_e"/>
  <p:tag name="KSO_WM_SLIDE_LAYOUT_CNT" val="1_1"/>
  <p:tag name="KSO_WM_SLIDE_TYPE" val="sectionTitle"/>
  <p:tag name="KSO_WM_SLIDE_SUBTYPE" val="pureTxt"/>
  <p:tag name="KSO_WM_SLIDE_CONTENT_AREA" val="{&quot;left&quot;:&quot;379.35&quot;,&quot;top&quot;:&quot;120.4&quot;,&quot;width&quot;:&quot;569.05&quot;,&quot;height&quot;:&quot;244.5&quot;}"/>
  <p:tag name="KSO_WM_SPECIAL_SOURCE" val="bdnull"/>
</p:tagLst>
</file>

<file path=ppt/tags/tag57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3437_7*a*1"/>
  <p:tag name="KSO_WM_TEMPLATE_CATEGORY" val="custom"/>
  <p:tag name="KSO_WM_TEMPLATE_INDEX" val="20233437"/>
  <p:tag name="KSO_WM_UNIT_LAYERLEVEL" val="1"/>
  <p:tag name="KSO_WM_TAG_VERSION" val="3.0"/>
  <p:tag name="KSO_WM_BEAUTIFY_FLAG" val="#wm#"/>
  <p:tag name="KSO_WM_UNIT_CONTENT_GROUP_TYPE" val="contentchip"/>
  <p:tag name="KSO_WM_UNIT_PRESET_TEXT" val="Your title here"/>
</p:tagLst>
</file>

<file path=ppt/tags/tag574.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3437_7*e*1"/>
  <p:tag name="KSO_WM_TEMPLATE_CATEGORY" val="custom"/>
  <p:tag name="KSO_WM_TEMPLATE_INDEX" val="20233437"/>
  <p:tag name="KSO_WM_UNIT_LAYERLEVEL" val="1"/>
  <p:tag name="KSO_WM_TAG_VERSION" val="3.0"/>
  <p:tag name="KSO_WM_BEAUTIFY_FLAG" val="#wm#"/>
  <p:tag name="KSO_WM_UNIT_CONTENT_GROUP_TYPE" val="contentchip"/>
  <p:tag name="KSO_WM_UNIT_PRESET_TEXT" val="PART ONE"/>
</p:tagLst>
</file>

<file path=ppt/tags/tag57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3437_7*a*1"/>
  <p:tag name="KSO_WM_TEMPLATE_CATEGORY" val="custom"/>
  <p:tag name="KSO_WM_TEMPLATE_INDEX" val="20233437"/>
  <p:tag name="KSO_WM_UNIT_LAYERLEVEL" val="1"/>
  <p:tag name="KSO_WM_TAG_VERSION" val="3.0"/>
  <p:tag name="KSO_WM_BEAUTIFY_FLAG" val="#wm#"/>
  <p:tag name="KSO_WM_UNIT_CONTENT_GROUP_TYPE" val="contentchip"/>
  <p:tag name="KSO_WM_UNIT_PRESET_TEXT" val="Your title here"/>
</p:tagLst>
</file>

<file path=ppt/tags/tag576.xml><?xml version="1.0" encoding="utf-8"?>
<p:tagLst xmlns:p="http://schemas.openxmlformats.org/presentationml/2006/main">
  <p:tag name="KSO_WM_SLIDE_ID" val="custom20233437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437"/>
  <p:tag name="KSO_WM_SLIDE_LAYOUT" val="a_e"/>
  <p:tag name="KSO_WM_SLIDE_LAYOUT_CNT" val="1_1"/>
  <p:tag name="KSO_WM_SLIDE_TYPE" val="sectionTitle"/>
  <p:tag name="KSO_WM_SLIDE_SUBTYPE" val="pureTxt"/>
  <p:tag name="KSO_WM_SLIDE_CONTENT_AREA" val="{&quot;left&quot;:&quot;379.35&quot;,&quot;top&quot;:&quot;120.4&quot;,&quot;width&quot;:&quot;569.05&quot;,&quot;height&quot;:&quot;244.5&quot;}"/>
  <p:tag name="KSO_WM_SPECIAL_SOURCE" val="bdnull"/>
</p:tagLst>
</file>

<file path=ppt/tags/tag57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3437_7*a*1"/>
  <p:tag name="KSO_WM_TEMPLATE_CATEGORY" val="custom"/>
  <p:tag name="KSO_WM_TEMPLATE_INDEX" val="20233437"/>
  <p:tag name="KSO_WM_UNIT_LAYERLEVEL" val="1"/>
  <p:tag name="KSO_WM_TAG_VERSION" val="3.0"/>
  <p:tag name="KSO_WM_BEAUTIFY_FLAG" val="#wm#"/>
  <p:tag name="KSO_WM_UNIT_CONTENT_GROUP_TYPE" val="contentchip"/>
  <p:tag name="KSO_WM_UNIT_PRESET_TEXT" val="Your title here"/>
</p:tagLst>
</file>

<file path=ppt/tags/tag578.xml><?xml version="1.0" encoding="utf-8"?>
<p:tagLst xmlns:p="http://schemas.openxmlformats.org/presentationml/2006/main">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custom20233437_7*e*1"/>
  <p:tag name="KSO_WM_TEMPLATE_CATEGORY" val="custom"/>
  <p:tag name="KSO_WM_TEMPLATE_INDEX" val="20233437"/>
  <p:tag name="KSO_WM_UNIT_LAYERLEVEL" val="1"/>
  <p:tag name="KSO_WM_TAG_VERSION" val="3.0"/>
  <p:tag name="KSO_WM_BEAUTIFY_FLAG" val="#wm#"/>
  <p:tag name="KSO_WM_UNIT_CONTENT_GROUP_TYPE" val="contentchip"/>
  <p:tag name="KSO_WM_UNIT_PRESET_TEXT" val="PART ONE"/>
</p:tagLst>
</file>

<file path=ppt/tags/tag57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3437_7*a*1"/>
  <p:tag name="KSO_WM_TEMPLATE_CATEGORY" val="custom"/>
  <p:tag name="KSO_WM_TEMPLATE_INDEX" val="20233437"/>
  <p:tag name="KSO_WM_UNIT_LAYERLEVEL" val="1"/>
  <p:tag name="KSO_WM_TAG_VERSION" val="3.0"/>
  <p:tag name="KSO_WM_BEAUTIFY_FLAG" val="#wm#"/>
  <p:tag name="KSO_WM_UNIT_CONTENT_GROUP_TYPE" val="contentchip"/>
  <p:tag name="KSO_WM_UNIT_PRESET_TEXT" val="Your title here"/>
</p:tagLst>
</file>

<file path=ppt/tags/tag580.xml><?xml version="1.0" encoding="utf-8"?>
<p:tagLst xmlns:p="http://schemas.openxmlformats.org/presentationml/2006/main">
  <p:tag name="KSO_WM_SLIDE_ID" val="custom20233437_7"/>
  <p:tag name="KSO_WM_TEMPLATE_SUBCATEGORY" val="29"/>
  <p:tag name="KSO_WM_TEMPLATE_MASTER_TYPE" val="0"/>
  <p:tag name="KSO_WM_TEMPLATE_COLOR_TYPE" val="0"/>
  <p:tag name="KSO_WM_SLIDE_ITEM_CNT" val="0"/>
  <p:tag name="KSO_WM_SLIDE_INDEX" val="7"/>
  <p:tag name="KSO_WM_TAG_VERSION" val="3.0"/>
  <p:tag name="KSO_WM_BEAUTIFY_FLAG" val="#wm#"/>
  <p:tag name="KSO_WM_TEMPLATE_CATEGORY" val="custom"/>
  <p:tag name="KSO_WM_TEMPLATE_INDEX" val="20233437"/>
  <p:tag name="KSO_WM_SLIDE_LAYOUT" val="a_e"/>
  <p:tag name="KSO_WM_SLIDE_LAYOUT_CNT" val="1_1"/>
  <p:tag name="KSO_WM_SLIDE_TYPE" val="sectionTitle"/>
  <p:tag name="KSO_WM_SLIDE_SUBTYPE" val="pureTxt"/>
  <p:tag name="KSO_WM_SLIDE_CONTENT_AREA" val="{&quot;left&quot;:&quot;379.35&quot;,&quot;top&quot;:&quot;120.4&quot;,&quot;width&quot;:&quot;569.05&quot;,&quot;height&quot;:&quot;244.5&quot;}"/>
  <p:tag name="KSO_WM_SPECIAL_SOURCE" val="bdnull"/>
</p:tagLst>
</file>

<file path=ppt/tags/tag58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3437_9*a*1"/>
  <p:tag name="KSO_WM_TEMPLATE_CATEGORY" val="custom"/>
  <p:tag name="KSO_WM_TEMPLATE_INDEX" val="20233437"/>
  <p:tag name="KSO_WM_UNIT_LAYERLEVEL" val="1"/>
  <p:tag name="KSO_WM_TAG_VERSION" val="3.0"/>
  <p:tag name="KSO_WM_BEAUTIFY_FLAG" val="#wm#"/>
  <p:tag name="KSO_WM_UNIT_CONTENT_GROUP_TYPE" val="contentchip"/>
  <p:tag name="KSO_WM_UNIT_PRESET_TEXT" val="THANK YOU"/>
</p:tagLst>
</file>

<file path=ppt/tags/tag582.xml><?xml version="1.0" encoding="utf-8"?>
<p:tagLst xmlns:p="http://schemas.openxmlformats.org/presentationml/2006/main">
  <p:tag name="KSO_WM_SLIDE_ID" val="custom20233437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3437"/>
  <p:tag name="KSO_WM_SLIDE_LAYOUT" val="a_f"/>
  <p:tag name="KSO_WM_SLIDE_LAYOUT_CNT" val="1_1"/>
  <p:tag name="KSO_WM_SLIDE_TYPE" val="endPage"/>
  <p:tag name="KSO_WM_SLIDE_SUBTYPE" val="pureTxt"/>
  <p:tag name="KSO_WM_SLIDE_CONTENT_AREA" val="{&quot;left&quot;:&quot;47.50008&quot;,&quot;top&quot;:&quot;152.4&quot;,&quot;width&quot;:&quot;612.5&quot;,&quot;height&quot;:&quot;244.5&quot;}"/>
  <p:tag name="KSO_WM_SPECIAL_SOURCE" val="bdnull"/>
</p:tagLst>
</file>

<file path=ppt/theme/theme1.xml><?xml version="1.0" encoding="utf-8"?>
<a:theme xmlns:a="http://schemas.openxmlformats.org/drawingml/2006/main" name="Office Theme">
  <a:themeElements>
    <a:clrScheme name="自定义 101">
      <a:dk1>
        <a:srgbClr val="000000"/>
      </a:dk1>
      <a:lt1>
        <a:srgbClr val="FFFFFF"/>
      </a:lt1>
      <a:dk2>
        <a:srgbClr val="260C60"/>
      </a:dk2>
      <a:lt2>
        <a:srgbClr val="D7E3FA"/>
      </a:lt2>
      <a:accent1>
        <a:srgbClr val="6124E5"/>
      </a:accent1>
      <a:accent2>
        <a:srgbClr val="4E4DE7"/>
      </a:accent2>
      <a:accent3>
        <a:srgbClr val="3A76E9"/>
      </a:accent3>
      <a:accent4>
        <a:srgbClr val="279EEA"/>
      </a:accent4>
      <a:accent5>
        <a:srgbClr val="13C7EC"/>
      </a:accent5>
      <a:accent6>
        <a:srgbClr val="36D8D4"/>
      </a:accent6>
      <a:hlink>
        <a:srgbClr val="0563C1"/>
      </a:hlink>
      <a:folHlink>
        <a:srgbClr val="954F72"/>
      </a:folHlink>
    </a:clrScheme>
    <a:fontScheme name="字体-商务">
      <a:majorFont>
        <a:latin typeface="Inter Bold"/>
        <a:ea typeface="Inter Bold"/>
        <a:cs typeface=""/>
      </a:majorFont>
      <a:minorFont>
        <a:latin typeface="Inter"/>
        <a:ea typeface="Inte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自定义 101">
      <a:dk1>
        <a:srgbClr val="000000"/>
      </a:dk1>
      <a:lt1>
        <a:srgbClr val="FFFFFF"/>
      </a:lt1>
      <a:dk2>
        <a:srgbClr val="260C60"/>
      </a:dk2>
      <a:lt2>
        <a:srgbClr val="D7E3FA"/>
      </a:lt2>
      <a:accent1>
        <a:srgbClr val="6124E5"/>
      </a:accent1>
      <a:accent2>
        <a:srgbClr val="4E4DE7"/>
      </a:accent2>
      <a:accent3>
        <a:srgbClr val="3A76E9"/>
      </a:accent3>
      <a:accent4>
        <a:srgbClr val="279EEA"/>
      </a:accent4>
      <a:accent5>
        <a:srgbClr val="13C7EC"/>
      </a:accent5>
      <a:accent6>
        <a:srgbClr val="36D8D4"/>
      </a:accent6>
      <a:hlink>
        <a:srgbClr val="0563C1"/>
      </a:hlink>
      <a:folHlink>
        <a:srgbClr val="954F72"/>
      </a:folHlink>
    </a:clrScheme>
    <a:fontScheme name="字体-商务">
      <a:majorFont>
        <a:latin typeface="Inter Bold"/>
        <a:ea typeface="Inter Bold"/>
        <a:cs typeface=""/>
      </a:majorFont>
      <a:minorFont>
        <a:latin typeface="Inter"/>
        <a:ea typeface="Inte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自定义 101">
      <a:dk1>
        <a:srgbClr val="000000"/>
      </a:dk1>
      <a:lt1>
        <a:srgbClr val="FFFFFF"/>
      </a:lt1>
      <a:dk2>
        <a:srgbClr val="260C60"/>
      </a:dk2>
      <a:lt2>
        <a:srgbClr val="D7E3FA"/>
      </a:lt2>
      <a:accent1>
        <a:srgbClr val="6124E5"/>
      </a:accent1>
      <a:accent2>
        <a:srgbClr val="4E4DE7"/>
      </a:accent2>
      <a:accent3>
        <a:srgbClr val="3A76E9"/>
      </a:accent3>
      <a:accent4>
        <a:srgbClr val="279EEA"/>
      </a:accent4>
      <a:accent5>
        <a:srgbClr val="13C7EC"/>
      </a:accent5>
      <a:accent6>
        <a:srgbClr val="36D8D4"/>
      </a:accent6>
      <a:hlink>
        <a:srgbClr val="0563C1"/>
      </a:hlink>
      <a:folHlink>
        <a:srgbClr val="954F72"/>
      </a:folHlink>
    </a:clrScheme>
    <a:fontScheme name="字体-商务">
      <a:majorFont>
        <a:latin typeface="Inter Bold"/>
        <a:ea typeface="Inter Bold"/>
        <a:cs typeface=""/>
      </a:majorFont>
      <a:minorFont>
        <a:latin typeface="Inter"/>
        <a:ea typeface="Inte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自定义 101">
      <a:dk1>
        <a:srgbClr val="000000"/>
      </a:dk1>
      <a:lt1>
        <a:srgbClr val="FFFFFF"/>
      </a:lt1>
      <a:dk2>
        <a:srgbClr val="260C60"/>
      </a:dk2>
      <a:lt2>
        <a:srgbClr val="D7E3FA"/>
      </a:lt2>
      <a:accent1>
        <a:srgbClr val="6124E5"/>
      </a:accent1>
      <a:accent2>
        <a:srgbClr val="4E4DE7"/>
      </a:accent2>
      <a:accent3>
        <a:srgbClr val="3A76E9"/>
      </a:accent3>
      <a:accent4>
        <a:srgbClr val="279EEA"/>
      </a:accent4>
      <a:accent5>
        <a:srgbClr val="13C7EC"/>
      </a:accent5>
      <a:accent6>
        <a:srgbClr val="36D8D4"/>
      </a:accent6>
      <a:hlink>
        <a:srgbClr val="0563C1"/>
      </a:hlink>
      <a:folHlink>
        <a:srgbClr val="954F72"/>
      </a:folHlink>
    </a:clrScheme>
    <a:fontScheme name="字体-商务">
      <a:majorFont>
        <a:latin typeface="Inter Bold"/>
        <a:ea typeface="Inter Bold"/>
        <a:cs typeface=""/>
      </a:majorFont>
      <a:minorFont>
        <a:latin typeface="Inter"/>
        <a:ea typeface="Inte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1575</Words>
  <Application>WPS Presentation</Application>
  <PresentationFormat>Widescreen</PresentationFormat>
  <Paragraphs>62</Paragraphs>
  <Slides>8</Slides>
  <Notes>0</Notes>
  <HiddenSlides>0</HiddenSlides>
  <MMClips>0</MMClips>
  <ScaleCrop>false</ScaleCrop>
  <HeadingPairs>
    <vt:vector size="6" baseType="variant">
      <vt:variant>
        <vt:lpstr>已用的字体</vt:lpstr>
      </vt:variant>
      <vt:variant>
        <vt:i4>11</vt:i4>
      </vt:variant>
      <vt:variant>
        <vt:lpstr>主题</vt:lpstr>
      </vt:variant>
      <vt:variant>
        <vt:i4>4</vt:i4>
      </vt:variant>
      <vt:variant>
        <vt:lpstr>幻灯片标题</vt:lpstr>
      </vt:variant>
      <vt:variant>
        <vt:i4>8</vt:i4>
      </vt:variant>
    </vt:vector>
  </HeadingPairs>
  <TitlesOfParts>
    <vt:vector size="23" baseType="lpstr">
      <vt:lpstr>Arial</vt:lpstr>
      <vt:lpstr>SimSun</vt:lpstr>
      <vt:lpstr>Wingdings</vt:lpstr>
      <vt:lpstr>Wingdings</vt:lpstr>
      <vt:lpstr>Comic Sans MS</vt:lpstr>
      <vt:lpstr>Inter</vt:lpstr>
      <vt:lpstr>Segoe Print</vt:lpstr>
      <vt:lpstr>Inter Bold</vt:lpstr>
      <vt:lpstr>Microsoft YaHei</vt:lpstr>
      <vt:lpstr>Arial Unicode MS</vt:lpstr>
      <vt:lpstr>Calibri</vt:lpstr>
      <vt:lpstr>Office Theme</vt:lpstr>
      <vt:lpstr>1_Office Theme</vt:lpstr>
      <vt:lpstr>2_Office Theme</vt:lpstr>
      <vt:lpstr>3_Office Theme</vt:lpstr>
      <vt:lpstr>Digital Banking Operations</vt:lpstr>
      <vt:lpstr>Contents </vt:lpstr>
      <vt:lpstr>Probem</vt:lpstr>
      <vt:lpstr>Imported datasets into MySQL Workbench Built relationships between customers, accounts, transactions, support tickets, and loans Used SQL queries for aggregation, filtering, joins, and KPI analysis Evaluated transaction performance, complaint trends, customer value, and delinquency risk</vt:lpstr>
      <vt:lpstr>Some months showed higher transaction failure rates, indicating operational issues. A small group of customers generated most successful transaction revenue. Failed transaction complaints had the highest ticket volume. Personal and business loans showed higher delinquency among retired and self-employed customers.</vt:lpstr>
      <vt:lpstr>Improve transaction monitoring during high-failure periods. Provide premium services and loyalty programs for high-value customers. Prioritize resolution of failed transaction complaints. Use predictive analytics and dashboards for real-time risk monitoring.</vt:lpstr>
      <vt:lpstr>Improve transaction monitoring during high-failure periods. Provide premium services and loyalty programs for high-value customers. Prioritize resolution of failed transaction complaints. Use predictive analytics and dashboards for real-time risk monitoring.</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Banking Operations</dc:title>
  <dc:creator>mital</dc:creator>
  <cp:lastModifiedBy>Mitali Chaukade</cp:lastModifiedBy>
  <cp:revision>5</cp:revision>
  <dcterms:created xsi:type="dcterms:W3CDTF">2026-05-18T08:13:00Z</dcterms:created>
  <dcterms:modified xsi:type="dcterms:W3CDTF">2026-05-18T09:35:52Z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1033-12.1.0.26372</vt:lpwstr>
  </property>
  <property fmtid="{D5CDD505-2E9C-101B-9397-08002B2CF9AE}" pid="3" name="ICV">
    <vt:lpwstr>BFB1A1CE67EF4F55A34DFADF13A4410A_11</vt:lpwstr>
  </property>
</Properties>
</file>