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DC0E8-B786-1A03-000F-8A722A7BC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3388" y="508996"/>
            <a:ext cx="8915399" cy="314325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Data Analytics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31F80-0DBD-36B3-0F69-62F718121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371975"/>
            <a:ext cx="8915399" cy="1531687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				</a:t>
            </a:r>
          </a:p>
          <a:p>
            <a:r>
              <a:rPr lang="en-IN" dirty="0"/>
              <a:t>								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A. Durga Bhavani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Domain: Healthcare Analytics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Tools: Python, Pandas, NumPy, Matplotlib</a:t>
            </a:r>
          </a:p>
        </p:txBody>
      </p:sp>
    </p:spTree>
    <p:extLst>
      <p:ext uri="{BB962C8B-B14F-4D97-AF65-F5344CB8AC3E}">
        <p14:creationId xmlns:p14="http://schemas.microsoft.com/office/powerpoint/2010/main" val="528780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5FFF6-C002-2DD7-B5AA-0844A00F7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4CFA9-C9CB-89E9-876F-404E6D33A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2138363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data contains missing values, inconsistent records, and invalid entries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analyze revenue, patient trends, and doctor performance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is to clean data and extract meaningful insights for decision-making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4324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4B95-95F8-E6D7-13CE-15A7B0767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B97FC-B8CC-6A95-3103-BA48F606C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30,000 hospital records and 21 columns are there.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names are:                 </a:t>
            </a:r>
          </a:p>
          <a:p>
            <a:pPr lvl="1" latinLnBrk="1">
              <a:buFont typeface="Arial" panose="020B0604020202020204" pitchFamily="34" charset="0"/>
              <a:buChar char="•"/>
            </a:pPr>
            <a:r>
              <a:rPr lang="en-US" dirty="0" err="1"/>
              <a:t>patient_id</a:t>
            </a:r>
            <a:r>
              <a:rPr lang="en-US" dirty="0"/>
              <a:t>                              </a:t>
            </a:r>
            <a:r>
              <a:rPr lang="en-US" dirty="0" err="1"/>
              <a:t>doctor_name</a:t>
            </a:r>
            <a:endParaRPr lang="en-US" dirty="0"/>
          </a:p>
          <a:p>
            <a:pPr lvl="1" latinLnBrk="1">
              <a:buFont typeface="Arial" panose="020B0604020202020204" pitchFamily="34" charset="0"/>
              <a:buChar char="•"/>
            </a:pPr>
            <a:r>
              <a:rPr lang="en-US" dirty="0" err="1"/>
              <a:t>patient_name</a:t>
            </a:r>
            <a:r>
              <a:rPr lang="en-US" dirty="0"/>
              <a:t>                       </a:t>
            </a:r>
            <a:r>
              <a:rPr lang="en-US" dirty="0" err="1"/>
              <a:t>treatment_type</a:t>
            </a:r>
            <a:endParaRPr lang="en-US" dirty="0"/>
          </a:p>
          <a:p>
            <a:pPr lvl="1" latinLnBrk="1">
              <a:buFont typeface="Arial" panose="020B0604020202020204" pitchFamily="34" charset="0"/>
              <a:buChar char="•"/>
            </a:pPr>
            <a:r>
              <a:rPr lang="en-US" dirty="0"/>
              <a:t>age                                         </a:t>
            </a:r>
            <a:r>
              <a:rPr lang="en-US" dirty="0" err="1"/>
              <a:t>treatement_cost</a:t>
            </a:r>
            <a:endParaRPr lang="en-US" dirty="0"/>
          </a:p>
          <a:p>
            <a:pPr lvl="1" latinLnBrk="1">
              <a:buFont typeface="Arial" panose="020B0604020202020204" pitchFamily="34" charset="0"/>
              <a:buChar char="•"/>
            </a:pPr>
            <a:r>
              <a:rPr lang="en-US" dirty="0"/>
              <a:t>gender                                   </a:t>
            </a:r>
            <a:r>
              <a:rPr lang="en-US" dirty="0" err="1"/>
              <a:t>insurance_coverage</a:t>
            </a:r>
            <a:endParaRPr lang="en-US" dirty="0"/>
          </a:p>
          <a:p>
            <a:pPr lvl="1" latinLnBrk="1">
              <a:buFont typeface="Arial" panose="020B0604020202020204" pitchFamily="34" charset="0"/>
              <a:buChar char="•"/>
            </a:pPr>
            <a:r>
              <a:rPr lang="en-US" dirty="0"/>
              <a:t>city                                          </a:t>
            </a:r>
            <a:r>
              <a:rPr lang="en-US" dirty="0" err="1"/>
              <a:t>Billing_amount</a:t>
            </a:r>
            <a:endParaRPr lang="en-US" dirty="0"/>
          </a:p>
          <a:p>
            <a:pPr lvl="1" latinLnBrk="1">
              <a:buFont typeface="Arial" panose="020B0604020202020204" pitchFamily="34" charset="0"/>
              <a:buChar char="•"/>
            </a:pPr>
            <a:r>
              <a:rPr lang="en-US" dirty="0" err="1"/>
              <a:t>admission_date</a:t>
            </a:r>
            <a:r>
              <a:rPr lang="en-US" dirty="0"/>
              <a:t>                     </a:t>
            </a:r>
            <a:r>
              <a:rPr lang="en-US" dirty="0" err="1"/>
              <a:t>Payment_status</a:t>
            </a:r>
            <a:endParaRPr lang="en-US" dirty="0"/>
          </a:p>
          <a:p>
            <a:pPr lvl="1" latinLnBrk="1">
              <a:buFont typeface="Arial" panose="020B0604020202020204" pitchFamily="34" charset="0"/>
              <a:buChar char="•"/>
            </a:pPr>
            <a:r>
              <a:rPr lang="en-US" dirty="0" err="1"/>
              <a:t>discharge_date</a:t>
            </a:r>
            <a:r>
              <a:rPr lang="en-US" dirty="0"/>
              <a:t>                     </a:t>
            </a:r>
            <a:r>
              <a:rPr lang="en-US" dirty="0" err="1"/>
              <a:t>Admission_type</a:t>
            </a:r>
            <a:endParaRPr lang="en-US" dirty="0"/>
          </a:p>
          <a:p>
            <a:pPr lvl="1" latinLnBrk="1">
              <a:buFont typeface="Arial" panose="020B0604020202020204" pitchFamily="34" charset="0"/>
              <a:buChar char="•"/>
            </a:pPr>
            <a:r>
              <a:rPr lang="en-US" dirty="0"/>
              <a:t>department                            </a:t>
            </a:r>
            <a:r>
              <a:rPr lang="en-US" dirty="0" err="1"/>
              <a:t>length_of_stay</a:t>
            </a:r>
            <a:endParaRPr lang="en-US" dirty="0"/>
          </a:p>
          <a:p>
            <a:pPr lvl="1" latinLnBrk="1">
              <a:buFont typeface="Arial" panose="020B0604020202020204" pitchFamily="34" charset="0"/>
              <a:buChar char="•"/>
            </a:pPr>
            <a:r>
              <a:rPr lang="en-US" dirty="0" err="1"/>
              <a:t>doctor_id</a:t>
            </a:r>
            <a:r>
              <a:rPr lang="en-US" dirty="0"/>
              <a:t>   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22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5DAAA-09ED-144C-A245-0080A48E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9FF4F-84FD-193E-EB2C-37E910A93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3150" y="1364457"/>
            <a:ext cx="9161462" cy="519350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in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Patient_name, city,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doctor_name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treatment_type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billing_amount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Insurance_coverage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Payment_status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Admission_type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length_of_stay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Data: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age values 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length_of_stay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Wrong Gender Allocation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formats: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Mixed date formats 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Mixed case in categorical values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3C67C5F-49E2-691D-CABA-5EC1C9CFF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0355" y="-184666"/>
            <a:ext cx="36933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078642-9E78-F9C6-1DD9-1D887E194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712" y="156706"/>
            <a:ext cx="4007953" cy="620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39F3-BA4D-9BFE-24BB-BEB54FF32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32564C-9519-FAB8-099F-C033364EFC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637144"/>
            <a:ext cx="6122449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Standardization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 columns (gender, city, names)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Date columns(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Admission_date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Discharge_date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using: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Unknown( for names)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 (categorical)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Median (numeric)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Group-based imputation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Fixed invalid age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Corrected date formats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Corrected Gender Values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Derived new features: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length_of_stay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insurance_amount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hospital_revenue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FE0D09-356C-D721-BEE6-5A154FE6C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750" y="0"/>
            <a:ext cx="3843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569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9726-EF67-9A0C-B565-8C90E04A3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0FBD4-E2E2-075E-A868-70ABB8F4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1681" y="1764506"/>
            <a:ext cx="9858375" cy="3943350"/>
          </a:xfrm>
        </p:spPr>
        <p:txBody>
          <a:bodyPr/>
          <a:lstStyle/>
          <a:p>
            <a:r>
              <a:rPr lang="en-US" dirty="0"/>
              <a:t># </a:t>
            </a:r>
            <a:r>
              <a:rPr lang="en-US" b="1" dirty="0"/>
              <a:t>Revenue by department</a:t>
            </a:r>
          </a:p>
          <a:p>
            <a:pPr marL="0" indent="0">
              <a:buNone/>
            </a:pPr>
            <a:r>
              <a:rPr lang="en-US" b="1" dirty="0"/>
              <a:t>	 </a:t>
            </a:r>
            <a:r>
              <a:rPr lang="en-US" dirty="0"/>
              <a:t>df2.groupby('department')['</a:t>
            </a:r>
            <a:r>
              <a:rPr lang="en-US" dirty="0" err="1"/>
              <a:t>hospital_revenue</a:t>
            </a:r>
            <a:r>
              <a:rPr lang="en-US" dirty="0"/>
              <a:t>'].sum().</a:t>
            </a:r>
            <a:r>
              <a:rPr lang="en-US" dirty="0" err="1"/>
              <a:t>sort_values</a:t>
            </a:r>
            <a:r>
              <a:rPr lang="en-US" dirty="0"/>
              <a:t>(ascending=False)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Output: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C9A74F-1506-356A-0807-8FBE9F732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476" y="2957365"/>
            <a:ext cx="5172797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12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6FC4BD-6BB6-52A2-14B9-1C5507AC5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30" y="385639"/>
            <a:ext cx="11087101" cy="608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6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C6DA1F-2777-793D-7AA4-CABB676F3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698" y="0"/>
            <a:ext cx="7062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548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CF83D-CFA5-E5A9-083A-3178E646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A3E15-5BD0-FC0E-AC6C-717E2B09B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Revenue by Department</a:t>
            </a:r>
          </a:p>
          <a:p>
            <a:pPr marL="0" indent="0">
              <a:buNone/>
            </a:pPr>
            <a:r>
              <a:rPr lang="en-IN" b="1" dirty="0"/>
              <a:t>	(</a:t>
            </a:r>
            <a:r>
              <a:rPr lang="en-IN" dirty="0" err="1"/>
              <a:t>pediatrics</a:t>
            </a:r>
            <a:r>
              <a:rPr lang="en-IN" dirty="0"/>
              <a:t> generates</a:t>
            </a:r>
          </a:p>
          <a:p>
            <a:pPr marL="0" indent="0">
              <a:buNone/>
            </a:pPr>
            <a:r>
              <a:rPr lang="en-IN" dirty="0"/>
              <a:t>      highest revenue)</a:t>
            </a:r>
            <a:endParaRPr lang="en-IN" b="1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Insurance vs Hospital Revenue   </a:t>
            </a:r>
          </a:p>
          <a:p>
            <a:pPr marL="0" indent="0">
              <a:buNone/>
            </a:pPr>
            <a:r>
              <a:rPr lang="en-IN" dirty="0"/>
              <a:t>	(</a:t>
            </a:r>
            <a:r>
              <a:rPr lang="en-US" dirty="0"/>
              <a:t>High insurance reduces </a:t>
            </a:r>
          </a:p>
          <a:p>
            <a:pPr marL="0" indent="0">
              <a:buNone/>
            </a:pPr>
            <a:r>
              <a:rPr lang="en-US" dirty="0"/>
              <a:t>	hospital revenue)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C04D8-118E-C3B4-D45A-1F4750E06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912" y="624110"/>
            <a:ext cx="3098006" cy="2569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54A5B2-3BD4-5379-2E7C-A4ABFA613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358" y="3668181"/>
            <a:ext cx="4251123" cy="281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25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AB17C6-DB96-84D2-A677-86BF49B4C211}"/>
              </a:ext>
            </a:extLst>
          </p:cNvPr>
          <p:cNvSpPr txBox="1"/>
          <p:nvPr/>
        </p:nvSpPr>
        <p:spPr>
          <a:xfrm>
            <a:off x="1878806" y="1014413"/>
            <a:ext cx="726519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3.Admission Trends (Monthly)</a:t>
            </a:r>
          </a:p>
          <a:p>
            <a:r>
              <a:rPr lang="en-IN" dirty="0"/>
              <a:t>	(Seasonal pattern)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4. Doctor Performance</a:t>
            </a:r>
          </a:p>
          <a:p>
            <a:r>
              <a:rPr lang="en-US" i="1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Doctors handle majority of cases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9EA45-4D26-6F61-9026-D33DA204E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19" y="0"/>
            <a:ext cx="5133975" cy="3293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A62FBA-6FF7-AB9D-9653-7A073AE90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965" y="3507581"/>
            <a:ext cx="4517989" cy="31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58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3A8F8-787B-9103-307E-662931E59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81CAE-3578-EE26-E1A6-F802D8C19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Increase resource allocation to high-revenue departments </a:t>
            </a:r>
          </a:p>
          <a:p>
            <a:r>
              <a:rPr lang="en-US" dirty="0"/>
              <a:t>Improve efficiency in long-stay departments </a:t>
            </a:r>
          </a:p>
          <a:p>
            <a:r>
              <a:rPr lang="en-US" dirty="0"/>
              <a:t>Balance workload among doctors </a:t>
            </a:r>
          </a:p>
          <a:p>
            <a:r>
              <a:rPr lang="en-US" dirty="0"/>
              <a:t>Optimize insurance policies for better revenue recovery </a:t>
            </a:r>
          </a:p>
          <a:p>
            <a:r>
              <a:rPr lang="en-US" dirty="0"/>
              <a:t>Prepare staffing based on seasonal admission trends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5913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2AD1-74E7-B02E-10CA-97EE078AF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200150"/>
            <a:ext cx="8911687" cy="7048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75B8E-3417-E192-15D3-66994A19F1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86050" y="2605447"/>
            <a:ext cx="6757988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cleaned and transformed raw hospital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 meaningful features for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Extracted business insights for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Project demonstrates end-to-end data analytics pipeline </a:t>
            </a:r>
          </a:p>
        </p:txBody>
      </p:sp>
    </p:spTree>
    <p:extLst>
      <p:ext uri="{BB962C8B-B14F-4D97-AF65-F5344CB8AC3E}">
        <p14:creationId xmlns:p14="http://schemas.microsoft.com/office/powerpoint/2010/main" val="328684683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145</TotalTime>
  <Words>431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Times New Roman</vt:lpstr>
      <vt:lpstr>Wingdings</vt:lpstr>
      <vt:lpstr>Wingdings 3</vt:lpstr>
      <vt:lpstr>Wisp</vt:lpstr>
      <vt:lpstr>Hospital Data Analytics Project</vt:lpstr>
      <vt:lpstr>Problem Statement</vt:lpstr>
      <vt:lpstr>Dataset Overview</vt:lpstr>
      <vt:lpstr>Data Issues</vt:lpstr>
      <vt:lpstr>Cleaning Approach</vt:lpstr>
      <vt:lpstr>Analysis</vt:lpstr>
      <vt:lpstr>PowerPoint Presentation</vt:lpstr>
      <vt:lpstr>PowerPoint Presentation</vt:lpstr>
      <vt:lpstr>Insights</vt:lpstr>
      <vt:lpstr>PowerPoint Presentation</vt:lpstr>
      <vt:lpstr>Recommendations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Y21ADS401 Durga Bhavani</dc:creator>
  <cp:lastModifiedBy>Y21ADS401 Durga Bhavani</cp:lastModifiedBy>
  <cp:revision>10</cp:revision>
  <dcterms:created xsi:type="dcterms:W3CDTF">2026-05-02T09:41:58Z</dcterms:created>
  <dcterms:modified xsi:type="dcterms:W3CDTF">2026-05-02T12:07:40Z</dcterms:modified>
</cp:coreProperties>
</file>